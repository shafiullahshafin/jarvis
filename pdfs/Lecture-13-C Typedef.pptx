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0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 - </a:t>
            </a:r>
            <a:r>
              <a:rPr lang="en-US" dirty="0" err="1" smtClean="0"/>
              <a:t>Typedef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Abu Sayeed</a:t>
            </a:r>
          </a:p>
          <a:p>
            <a:r>
              <a:rPr lang="en-US" dirty="0" smtClean="0"/>
              <a:t>Assistant Professor</a:t>
            </a:r>
          </a:p>
          <a:p>
            <a:r>
              <a:rPr lang="en-US" dirty="0" smtClean="0"/>
              <a:t>Department of Computer Science &amp; Engineering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777" y="49307"/>
            <a:ext cx="7467600" cy="51497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 - </a:t>
            </a:r>
            <a:r>
              <a:rPr lang="en-US" dirty="0" err="1" smtClean="0"/>
              <a:t>Typedef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7813" y="732118"/>
            <a:ext cx="8839200" cy="60960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err="1"/>
              <a:t>Typedef</a:t>
            </a:r>
            <a:r>
              <a:rPr lang="en-US" dirty="0"/>
              <a:t> is a keyword that is used to give a new symbolic name for the existing name in a C program.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is same like defining alias for the </a:t>
            </a:r>
            <a:r>
              <a:rPr lang="en-US" dirty="0" smtClean="0"/>
              <a:t>commands. Consider </a:t>
            </a:r>
            <a:r>
              <a:rPr lang="en-US" dirty="0"/>
              <a:t>the below structure.</a:t>
            </a:r>
          </a:p>
          <a:p>
            <a:r>
              <a:rPr lang="en-US" dirty="0" err="1"/>
              <a:t>struct</a:t>
            </a:r>
            <a:r>
              <a:rPr lang="en-US" dirty="0"/>
              <a:t> student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         </a:t>
            </a:r>
            <a:r>
              <a:rPr lang="en-US" dirty="0" err="1"/>
              <a:t>int</a:t>
            </a:r>
            <a:r>
              <a:rPr lang="en-US" dirty="0"/>
              <a:t> mark [2];</a:t>
            </a:r>
            <a:br>
              <a:rPr lang="en-US" dirty="0"/>
            </a:br>
            <a:r>
              <a:rPr lang="en-US" dirty="0"/>
              <a:t>         char name [10];</a:t>
            </a:r>
            <a:br>
              <a:rPr lang="en-US" dirty="0"/>
            </a:br>
            <a:r>
              <a:rPr lang="en-US" dirty="0"/>
              <a:t>         float average;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Variable for the above structure can be declared in two ways.</a:t>
            </a:r>
          </a:p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way  :</a:t>
            </a:r>
          </a:p>
          <a:p>
            <a:pPr lvl="1"/>
            <a:r>
              <a:rPr lang="en-US" dirty="0" err="1"/>
              <a:t>struct</a:t>
            </a:r>
            <a:r>
              <a:rPr lang="en-US" dirty="0"/>
              <a:t> student record;       /* for normal variable */</a:t>
            </a:r>
            <a:br>
              <a:rPr lang="en-US" dirty="0"/>
            </a:br>
            <a:r>
              <a:rPr lang="en-US" dirty="0" err="1"/>
              <a:t>struct</a:t>
            </a:r>
            <a:r>
              <a:rPr lang="en-US" dirty="0"/>
              <a:t> student *record;     /* for pointer variable */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way :</a:t>
            </a:r>
          </a:p>
          <a:p>
            <a:pPr lvl="1"/>
            <a:r>
              <a:rPr lang="en-US" dirty="0" err="1" smtClean="0"/>
              <a:t>typedef</a:t>
            </a:r>
            <a:r>
              <a:rPr lang="en-US" dirty="0" smtClean="0"/>
              <a:t> </a:t>
            </a: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dirty="0"/>
              <a:t>student status</a:t>
            </a:r>
            <a:r>
              <a:rPr lang="en-US" dirty="0" smtClean="0"/>
              <a:t>;</a:t>
            </a:r>
          </a:p>
          <a:p>
            <a:r>
              <a:rPr lang="en-US" dirty="0"/>
              <a:t>When we use “</a:t>
            </a:r>
            <a:r>
              <a:rPr lang="en-US" dirty="0" err="1"/>
              <a:t>typedef</a:t>
            </a:r>
            <a:r>
              <a:rPr lang="en-US" dirty="0"/>
              <a:t>” keyword before </a:t>
            </a:r>
            <a:r>
              <a:rPr lang="en-US" dirty="0" err="1"/>
              <a:t>struct</a:t>
            </a:r>
            <a:r>
              <a:rPr lang="en-US" dirty="0"/>
              <a:t> &lt;</a:t>
            </a:r>
            <a:r>
              <a:rPr lang="en-US" dirty="0" err="1"/>
              <a:t>tag_name</a:t>
            </a:r>
            <a:r>
              <a:rPr lang="en-US" dirty="0"/>
              <a:t>&gt; like above, after that we can simply use type definition “status” in the C program to declare structure variable.</a:t>
            </a:r>
          </a:p>
          <a:p>
            <a:r>
              <a:rPr lang="en-US" dirty="0"/>
              <a:t>Now, structure variable declaration will be, “status record”.</a:t>
            </a:r>
          </a:p>
          <a:p>
            <a:r>
              <a:rPr lang="en-US" dirty="0"/>
              <a:t>This is equal to “</a:t>
            </a:r>
            <a:r>
              <a:rPr lang="en-US" dirty="0" err="1"/>
              <a:t>struct</a:t>
            </a:r>
            <a:r>
              <a:rPr lang="en-US" dirty="0"/>
              <a:t> student record”. Type definition for “</a:t>
            </a:r>
            <a:r>
              <a:rPr lang="en-US" dirty="0" err="1"/>
              <a:t>struct</a:t>
            </a:r>
            <a:r>
              <a:rPr lang="en-US" dirty="0"/>
              <a:t> student” is status. i.e. status = “</a:t>
            </a:r>
            <a:r>
              <a:rPr lang="en-US" dirty="0" err="1"/>
              <a:t>struct</a:t>
            </a:r>
            <a:r>
              <a:rPr lang="en-US" dirty="0"/>
              <a:t> student”</a:t>
            </a:r>
          </a:p>
          <a:p>
            <a:pPr lvl="1"/>
            <a:endParaRPr lang="en-US" dirty="0"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931105"/>
            <a:ext cx="8839200" cy="5569670"/>
          </a:xfrm>
        </p:spPr>
        <p:txBody>
          <a:bodyPr>
            <a:normAutofit/>
          </a:bodyPr>
          <a:lstStyle/>
          <a:p>
            <a:r>
              <a:rPr lang="en-US" b="1" dirty="0"/>
              <a:t>An alternative way for structure declaration using </a:t>
            </a:r>
            <a:r>
              <a:rPr lang="en-US" b="1" dirty="0" err="1"/>
              <a:t>typedef</a:t>
            </a:r>
            <a:r>
              <a:rPr lang="en-US" b="1" dirty="0"/>
              <a:t> in C:</a:t>
            </a:r>
          </a:p>
          <a:p>
            <a:pPr lvl="1"/>
            <a:r>
              <a:rPr lang="en-US" dirty="0" err="1"/>
              <a:t>typedef</a:t>
            </a:r>
            <a:r>
              <a:rPr lang="en-US" dirty="0"/>
              <a:t> </a:t>
            </a:r>
            <a:r>
              <a:rPr lang="en-US" dirty="0" err="1"/>
              <a:t>struct</a:t>
            </a:r>
            <a:r>
              <a:rPr lang="en-US" dirty="0"/>
              <a:t> student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         </a:t>
            </a:r>
            <a:r>
              <a:rPr lang="en-US" dirty="0" err="1"/>
              <a:t>int</a:t>
            </a:r>
            <a:r>
              <a:rPr lang="en-US" dirty="0"/>
              <a:t> mark [2];</a:t>
            </a:r>
            <a:br>
              <a:rPr lang="en-US" dirty="0"/>
            </a:br>
            <a:r>
              <a:rPr lang="en-US" dirty="0"/>
              <a:t>         char name [10];</a:t>
            </a:r>
            <a:br>
              <a:rPr lang="en-US" dirty="0"/>
            </a:br>
            <a:r>
              <a:rPr lang="en-US" dirty="0"/>
              <a:t>         float average;</a:t>
            </a:r>
            <a:br>
              <a:rPr lang="en-US" dirty="0"/>
            </a:br>
            <a:r>
              <a:rPr lang="en-US" dirty="0"/>
              <a:t>} status;</a:t>
            </a:r>
          </a:p>
          <a:p>
            <a:r>
              <a:rPr lang="en-US" dirty="0"/>
              <a:t>To declare structure variable, we can use the below statements.</a:t>
            </a:r>
          </a:p>
          <a:p>
            <a:pPr lvl="1"/>
            <a:r>
              <a:rPr lang="en-US" dirty="0"/>
              <a:t>status record1;                 /* record 1 is structure variable */</a:t>
            </a:r>
            <a:br>
              <a:rPr lang="en-US" dirty="0"/>
            </a:br>
            <a:r>
              <a:rPr lang="en-US" dirty="0"/>
              <a:t>status record2;                 /* record 2 is structure variable */</a:t>
            </a:r>
            <a:endParaRPr lang="en-US" dirty="0">
              <a:effectLst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4777" y="49307"/>
            <a:ext cx="7467600" cy="51497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 - </a:t>
            </a:r>
            <a:r>
              <a:rPr lang="en-US" dirty="0" err="1" smtClean="0"/>
              <a:t>Typedef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080186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sharpenSoften amount="4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0213" y="1131048"/>
            <a:ext cx="6172200" cy="5567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7200" cy="563562"/>
          </a:xfrm>
        </p:spPr>
        <p:txBody>
          <a:bodyPr/>
          <a:lstStyle/>
          <a:p>
            <a:pPr algn="ctr"/>
            <a:r>
              <a:rPr lang="en-US" dirty="0"/>
              <a:t>Example program for C </a:t>
            </a:r>
            <a:r>
              <a:rPr lang="en-US" dirty="0" err="1"/>
              <a:t>T</a:t>
            </a:r>
            <a:r>
              <a:rPr lang="en-US" dirty="0" err="1" smtClean="0"/>
              <a:t>ypedef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410200" y="3657600"/>
            <a:ext cx="3581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Output:</a:t>
            </a:r>
          </a:p>
          <a:p>
            <a:r>
              <a:rPr lang="en-US" dirty="0" smtClean="0"/>
              <a:t>id </a:t>
            </a:r>
            <a:r>
              <a:rPr lang="en-US" dirty="0"/>
              <a:t>is: 1</a:t>
            </a:r>
          </a:p>
          <a:p>
            <a:r>
              <a:rPr lang="en-US" dirty="0"/>
              <a:t>Name is: </a:t>
            </a:r>
            <a:r>
              <a:rPr lang="en-US" dirty="0" err="1"/>
              <a:t>Raju</a:t>
            </a:r>
            <a:endParaRPr lang="en-US" dirty="0"/>
          </a:p>
          <a:p>
            <a:r>
              <a:rPr lang="en-US" dirty="0"/>
              <a:t>Percentage is: 86.500000</a:t>
            </a:r>
          </a:p>
        </p:txBody>
      </p:sp>
    </p:spTree>
    <p:extLst>
      <p:ext uri="{BB962C8B-B14F-4D97-AF65-F5344CB8AC3E}">
        <p14:creationId xmlns="" xmlns:p14="http://schemas.microsoft.com/office/powerpoint/2010/main" val="442903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sharpenSoften amount="5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5524" y="3804020"/>
            <a:ext cx="8603443" cy="29718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0684" y="718681"/>
            <a:ext cx="8606115" cy="2362200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Typedef</a:t>
            </a:r>
            <a:r>
              <a:rPr lang="en-US" dirty="0"/>
              <a:t> can be used to simplify the real commands as per our need.</a:t>
            </a:r>
          </a:p>
          <a:p>
            <a:r>
              <a:rPr lang="en-US" dirty="0"/>
              <a:t>For example, consider below statement.</a:t>
            </a:r>
          </a:p>
          <a:p>
            <a:r>
              <a:rPr lang="en-US" dirty="0" err="1"/>
              <a:t>typedef</a:t>
            </a:r>
            <a:r>
              <a:rPr lang="en-US" dirty="0"/>
              <a:t> long long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 smtClean="0"/>
              <a:t>myLong</a:t>
            </a:r>
            <a:r>
              <a:rPr lang="en-US" dirty="0" smtClean="0"/>
              <a:t>;</a:t>
            </a:r>
            <a:endParaRPr lang="en-US" dirty="0"/>
          </a:p>
          <a:p>
            <a:r>
              <a:rPr lang="en-US" dirty="0"/>
              <a:t>In above statement, </a:t>
            </a:r>
            <a:r>
              <a:rPr lang="en-US" dirty="0" err="1"/>
              <a:t>myLong</a:t>
            </a:r>
            <a:r>
              <a:rPr lang="en-US" dirty="0" smtClean="0"/>
              <a:t> </a:t>
            </a:r>
            <a:r>
              <a:rPr lang="en-US" dirty="0"/>
              <a:t>is the type definition for the real C command “long long </a:t>
            </a:r>
            <a:r>
              <a:rPr lang="en-US" dirty="0" err="1"/>
              <a:t>int</a:t>
            </a:r>
            <a:r>
              <a:rPr lang="en-US" dirty="0"/>
              <a:t>”.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can use type definition </a:t>
            </a:r>
            <a:r>
              <a:rPr lang="en-US" dirty="0" err="1" smtClean="0"/>
              <a:t>myLong</a:t>
            </a:r>
            <a:r>
              <a:rPr lang="en-US" dirty="0" smtClean="0"/>
              <a:t> </a:t>
            </a:r>
            <a:r>
              <a:rPr lang="en-US" dirty="0"/>
              <a:t>instead of using full command “long long </a:t>
            </a:r>
            <a:r>
              <a:rPr lang="en-US" dirty="0" err="1"/>
              <a:t>int</a:t>
            </a:r>
            <a:r>
              <a:rPr lang="en-US" dirty="0"/>
              <a:t>” in a C program once it is defined.</a:t>
            </a:r>
          </a:p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4777" y="49307"/>
            <a:ext cx="7467600" cy="51497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 - </a:t>
            </a:r>
            <a:r>
              <a:rPr lang="en-US" dirty="0" err="1" smtClean="0"/>
              <a:t>Typedef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038600" y="3469347"/>
            <a:ext cx="4648200" cy="9233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/>
              <a:t>Output:</a:t>
            </a:r>
          </a:p>
          <a:p>
            <a:r>
              <a:rPr lang="en-US" dirty="0" smtClean="0"/>
              <a:t>Storage </a:t>
            </a:r>
            <a:r>
              <a:rPr lang="en-US" dirty="0"/>
              <a:t>size for long long </a:t>
            </a:r>
            <a:r>
              <a:rPr lang="en-US" dirty="0" err="1"/>
              <a:t>int</a:t>
            </a:r>
            <a:r>
              <a:rPr lang="en-US" dirty="0"/>
              <a:t> data type  : 8 </a:t>
            </a:r>
          </a:p>
          <a:p>
            <a:r>
              <a:rPr lang="en-US" dirty="0"/>
              <a:t>Storage size for a variable  : 8 </a:t>
            </a:r>
          </a:p>
        </p:txBody>
      </p:sp>
    </p:spTree>
    <p:extLst>
      <p:ext uri="{BB962C8B-B14F-4D97-AF65-F5344CB8AC3E}">
        <p14:creationId xmlns="" xmlns:p14="http://schemas.microsoft.com/office/powerpoint/2010/main" val="36000704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867</TotalTime>
  <Words>177</Words>
  <Application>Microsoft Macintosh PowerPoint</Application>
  <PresentationFormat>On-screen Show (4:3)</PresentationFormat>
  <Paragraphs>35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Oriel</vt:lpstr>
      <vt:lpstr>C - Typedef</vt:lpstr>
      <vt:lpstr>C - Typedef</vt:lpstr>
      <vt:lpstr>C - Typedef</vt:lpstr>
      <vt:lpstr>Example program for C Typedef</vt:lpstr>
      <vt:lpstr>C - Typedef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- Function</dc:title>
  <dc:creator>new teacher</dc:creator>
  <cp:lastModifiedBy>Abu Sayeed</cp:lastModifiedBy>
  <cp:revision>745</cp:revision>
  <dcterms:created xsi:type="dcterms:W3CDTF">2006-08-16T00:00:00Z</dcterms:created>
  <dcterms:modified xsi:type="dcterms:W3CDTF">2019-02-25T02:55:53Z</dcterms:modified>
</cp:coreProperties>
</file>