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66" r:id="rId5"/>
    <p:sldId id="267" r:id="rId6"/>
    <p:sldId id="269" r:id="rId7"/>
    <p:sldId id="268" r:id="rId8"/>
    <p:sldId id="270" r:id="rId9"/>
    <p:sldId id="273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781800" cy="18943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 </a:t>
            </a:r>
            <a:r>
              <a:rPr lang="en-US" sz="2800" dirty="0"/>
              <a:t>– </a:t>
            </a:r>
            <a:r>
              <a:rPr lang="en-US" sz="2800" dirty="0" err="1" smtClean="0"/>
              <a:t>Printf</a:t>
            </a:r>
            <a:r>
              <a:rPr lang="en-US" sz="2800" dirty="0" smtClean="0"/>
              <a:t> </a:t>
            </a:r>
            <a:r>
              <a:rPr lang="en-US" sz="2800" dirty="0"/>
              <a:t>and </a:t>
            </a:r>
            <a:r>
              <a:rPr lang="en-US" sz="2800" dirty="0" err="1" smtClean="0"/>
              <a:t>Scanf</a:t>
            </a:r>
            <a:r>
              <a:rPr lang="en-US" sz="2800" dirty="0" smtClean="0"/>
              <a:t> Functions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Abu Sayeed</a:t>
            </a:r>
          </a:p>
          <a:p>
            <a:r>
              <a:rPr lang="en-US" dirty="0" smtClean="0"/>
              <a:t>Assistant Professor</a:t>
            </a:r>
          </a:p>
          <a:p>
            <a:r>
              <a:rPr lang="en-US" dirty="0" smtClean="0"/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777" y="304800"/>
            <a:ext cx="7467600" cy="5149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 - </a:t>
            </a:r>
            <a:r>
              <a:rPr lang="en-US" dirty="0" err="1" smtClean="0"/>
              <a:t>Printf</a:t>
            </a:r>
            <a:r>
              <a:rPr lang="en-US" dirty="0"/>
              <a:t>() and </a:t>
            </a:r>
            <a:r>
              <a:rPr lang="en-US" dirty="0" err="1" smtClean="0"/>
              <a:t>Scanf</a:t>
            </a:r>
            <a:r>
              <a:rPr lang="en-US" dirty="0"/>
              <a:t>()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599" y="914400"/>
            <a:ext cx="8610601" cy="4419600"/>
          </a:xfrm>
        </p:spPr>
        <p:txBody>
          <a:bodyPr>
            <a:normAutofit/>
          </a:bodyPr>
          <a:lstStyle/>
          <a:p>
            <a:r>
              <a:rPr lang="en-US" dirty="0" err="1" smtClean="0"/>
              <a:t>printf</a:t>
            </a:r>
            <a:r>
              <a:rPr lang="en-US" dirty="0" smtClean="0"/>
              <a:t>() and </a:t>
            </a:r>
            <a:r>
              <a:rPr lang="en-US" dirty="0" err="1" smtClean="0"/>
              <a:t>scanf</a:t>
            </a:r>
            <a:r>
              <a:rPr lang="en-US" dirty="0" smtClean="0"/>
              <a:t>() functions are inbuilt library functions in C which are available in C library by default. </a:t>
            </a:r>
          </a:p>
          <a:p>
            <a:r>
              <a:rPr lang="en-US" dirty="0" smtClean="0"/>
              <a:t>These functions are declared and related macros are defined in “</a:t>
            </a:r>
            <a:r>
              <a:rPr lang="en-US" dirty="0" err="1" smtClean="0"/>
              <a:t>stdio.h</a:t>
            </a:r>
            <a:r>
              <a:rPr lang="en-US" dirty="0" smtClean="0"/>
              <a:t>” which is a header file.</a:t>
            </a:r>
          </a:p>
          <a:p>
            <a:r>
              <a:rPr lang="en-US" dirty="0" smtClean="0"/>
              <a:t>We have to include “</a:t>
            </a:r>
            <a:r>
              <a:rPr lang="en-US" dirty="0" err="1" smtClean="0"/>
              <a:t>stdio.h</a:t>
            </a:r>
            <a:r>
              <a:rPr lang="en-US" dirty="0" smtClean="0"/>
              <a:t>” file as shown in below C program to make use of these </a:t>
            </a:r>
            <a:r>
              <a:rPr lang="en-US" dirty="0" err="1" smtClean="0"/>
              <a:t>printf</a:t>
            </a:r>
            <a:r>
              <a:rPr lang="en-US" dirty="0" smtClean="0"/>
              <a:t>() and </a:t>
            </a:r>
            <a:r>
              <a:rPr lang="en-US" dirty="0" err="1" smtClean="0"/>
              <a:t>scanf</a:t>
            </a:r>
            <a:r>
              <a:rPr lang="en-US" dirty="0" smtClean="0"/>
              <a:t>() library functions.</a:t>
            </a:r>
          </a:p>
          <a:p>
            <a:pPr lvl="1"/>
            <a:endParaRPr lang="en-US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200" y="3562351"/>
            <a:ext cx="4724400" cy="31432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7000" y="56536"/>
            <a:ext cx="4267200" cy="283906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2819400"/>
            <a:ext cx="8686800" cy="4191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Here is an explanation of the different lines in this program:</a:t>
            </a:r>
          </a:p>
          <a:p>
            <a:r>
              <a:rPr lang="en-US" dirty="0"/>
              <a:t>The line </a:t>
            </a:r>
            <a:r>
              <a:rPr lang="en-US" b="1" dirty="0" err="1"/>
              <a:t>int</a:t>
            </a:r>
            <a:r>
              <a:rPr lang="en-US" b="1" dirty="0"/>
              <a:t> a, b, c;</a:t>
            </a:r>
            <a:r>
              <a:rPr lang="en-US" dirty="0"/>
              <a:t> declares three integer variables named </a:t>
            </a:r>
            <a:r>
              <a:rPr lang="en-US" b="1" dirty="0"/>
              <a:t>a</a:t>
            </a:r>
            <a:r>
              <a:rPr lang="en-US" dirty="0"/>
              <a:t>, </a:t>
            </a:r>
            <a:r>
              <a:rPr lang="en-US" b="1" dirty="0"/>
              <a:t>b</a:t>
            </a:r>
            <a:r>
              <a:rPr lang="en-US" dirty="0"/>
              <a:t> and </a:t>
            </a:r>
            <a:r>
              <a:rPr lang="en-US" b="1" dirty="0"/>
              <a:t>c</a:t>
            </a:r>
            <a:r>
              <a:rPr lang="en-US" dirty="0"/>
              <a:t>. Integer variables hold whole numbers.</a:t>
            </a:r>
          </a:p>
          <a:p>
            <a:r>
              <a:rPr lang="en-US" dirty="0"/>
              <a:t>The next line initializes the variable named </a:t>
            </a:r>
            <a:r>
              <a:rPr lang="en-US" b="1" dirty="0"/>
              <a:t>a</a:t>
            </a:r>
            <a:r>
              <a:rPr lang="en-US" dirty="0"/>
              <a:t> to the value 5.</a:t>
            </a:r>
          </a:p>
          <a:p>
            <a:r>
              <a:rPr lang="en-US" dirty="0"/>
              <a:t>The next line sets </a:t>
            </a:r>
            <a:r>
              <a:rPr lang="en-US" b="1" dirty="0"/>
              <a:t>b</a:t>
            </a:r>
            <a:r>
              <a:rPr lang="en-US" dirty="0"/>
              <a:t> to 7.</a:t>
            </a:r>
          </a:p>
          <a:p>
            <a:r>
              <a:rPr lang="en-US" dirty="0"/>
              <a:t>The next line adds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 and "assigns" the result to </a:t>
            </a:r>
            <a:r>
              <a:rPr lang="en-US" b="1" dirty="0"/>
              <a:t>c</a:t>
            </a:r>
            <a:r>
              <a:rPr lang="en-US" dirty="0"/>
              <a:t>. The computer adds the value in </a:t>
            </a:r>
            <a:r>
              <a:rPr lang="en-US" b="1" dirty="0"/>
              <a:t>a</a:t>
            </a:r>
            <a:r>
              <a:rPr lang="en-US" dirty="0"/>
              <a:t> (5) to the value in </a:t>
            </a:r>
            <a:r>
              <a:rPr lang="en-US" b="1" dirty="0"/>
              <a:t>b</a:t>
            </a:r>
            <a:r>
              <a:rPr lang="en-US" dirty="0"/>
              <a:t> (7) to form the result 12, and then places that new value (12) into the variable </a:t>
            </a:r>
            <a:r>
              <a:rPr lang="en-US" b="1" dirty="0"/>
              <a:t>c</a:t>
            </a:r>
            <a:r>
              <a:rPr lang="en-US" dirty="0"/>
              <a:t>. The variable </a:t>
            </a:r>
            <a:r>
              <a:rPr lang="en-US" b="1" dirty="0"/>
              <a:t>c</a:t>
            </a:r>
            <a:r>
              <a:rPr lang="en-US" dirty="0"/>
              <a:t> is assigned the value 12. For this reason, the = in this line is called "the assignment operator."</a:t>
            </a:r>
          </a:p>
          <a:p>
            <a:r>
              <a:rPr lang="en-US" dirty="0"/>
              <a:t>The </a:t>
            </a:r>
            <a:r>
              <a:rPr lang="en-US" b="1" dirty="0" err="1"/>
              <a:t>printf</a:t>
            </a:r>
            <a:r>
              <a:rPr lang="en-US" dirty="0"/>
              <a:t> statement then prints the line "5 + 7 = 12." The </a:t>
            </a:r>
            <a:r>
              <a:rPr lang="en-US" b="1" dirty="0"/>
              <a:t>%d</a:t>
            </a:r>
            <a:r>
              <a:rPr lang="en-US" dirty="0"/>
              <a:t> placeholders in the </a:t>
            </a:r>
            <a:r>
              <a:rPr lang="en-US" dirty="0" err="1"/>
              <a:t>printf</a:t>
            </a:r>
            <a:r>
              <a:rPr lang="en-US" dirty="0"/>
              <a:t> statement act as placeholders for values. There are three %d placeholders, and at the end of the </a:t>
            </a:r>
            <a:r>
              <a:rPr lang="en-US" dirty="0" err="1"/>
              <a:t>printf</a:t>
            </a:r>
            <a:r>
              <a:rPr lang="en-US" dirty="0"/>
              <a:t> line there are the three variable names: </a:t>
            </a:r>
            <a:r>
              <a:rPr lang="en-US" b="1" dirty="0"/>
              <a:t>a</a:t>
            </a:r>
            <a:r>
              <a:rPr lang="en-US" dirty="0"/>
              <a:t>, </a:t>
            </a:r>
            <a:r>
              <a:rPr lang="en-US" b="1" dirty="0"/>
              <a:t>b</a:t>
            </a:r>
            <a:r>
              <a:rPr lang="en-US" dirty="0"/>
              <a:t> and </a:t>
            </a:r>
            <a:r>
              <a:rPr lang="en-US" b="1" dirty="0"/>
              <a:t>c</a:t>
            </a:r>
            <a:r>
              <a:rPr lang="en-US" dirty="0"/>
              <a:t>. C matches up the first %d with a and substitutes 5 there. It matches the second %d with b and substitutes 7. It matches the third %d with c and substitutes 12. Then it prints the completed line to the screen: 5 + 7 = 12. The </a:t>
            </a:r>
            <a:r>
              <a:rPr lang="en-US" b="1" dirty="0"/>
              <a:t>+</a:t>
            </a:r>
            <a:r>
              <a:rPr lang="en-US" dirty="0"/>
              <a:t>, the </a:t>
            </a:r>
            <a:r>
              <a:rPr lang="en-US" b="1" dirty="0"/>
              <a:t>=</a:t>
            </a:r>
            <a:r>
              <a:rPr lang="en-US" dirty="0"/>
              <a:t> and the spacing are a part of the format line and get embedded automatically between the %d operators as specified by the programmer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8042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931105"/>
            <a:ext cx="8839200" cy="556967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 </a:t>
            </a:r>
            <a:r>
              <a:rPr lang="en-US" b="1" dirty="0" err="1"/>
              <a:t>printf</a:t>
            </a:r>
            <a:r>
              <a:rPr lang="en-US" b="1" dirty="0"/>
              <a:t>() function</a:t>
            </a:r>
            <a:r>
              <a:rPr lang="en-US" b="1" dirty="0" smtClean="0"/>
              <a:t>:</a:t>
            </a:r>
            <a:endParaRPr lang="en-US" b="1" dirty="0"/>
          </a:p>
          <a:p>
            <a:pPr lvl="1"/>
            <a:r>
              <a:rPr lang="en-US" dirty="0"/>
              <a:t>The </a:t>
            </a:r>
            <a:r>
              <a:rPr lang="en-US" b="1" dirty="0" err="1"/>
              <a:t>printf</a:t>
            </a:r>
            <a:r>
              <a:rPr lang="en-US" b="1" dirty="0"/>
              <a:t> statement allows you to send output to standard out.</a:t>
            </a:r>
            <a:r>
              <a:rPr lang="en-US" dirty="0"/>
              <a:t> For us, standard out is generally the screen (although you can redirect standard out into a text file or another command)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printf</a:t>
            </a:r>
            <a:r>
              <a:rPr lang="en-US" dirty="0"/>
              <a:t>() function is used to print the “character, string, float, integer, octal and hexadecimal values” onto the output screen.</a:t>
            </a:r>
          </a:p>
          <a:p>
            <a:pPr lvl="1"/>
            <a:r>
              <a:rPr lang="en-US" dirty="0"/>
              <a:t>We use </a:t>
            </a:r>
            <a:r>
              <a:rPr lang="en-US" dirty="0" err="1"/>
              <a:t>printf</a:t>
            </a:r>
            <a:r>
              <a:rPr lang="en-US" dirty="0"/>
              <a:t>() function with %d format </a:t>
            </a:r>
            <a:r>
              <a:rPr lang="en-US" dirty="0" err="1"/>
              <a:t>specifier</a:t>
            </a:r>
            <a:r>
              <a:rPr lang="en-US" dirty="0"/>
              <a:t> to display the value of an integer variable.</a:t>
            </a:r>
          </a:p>
          <a:p>
            <a:pPr lvl="1"/>
            <a:r>
              <a:rPr lang="en-US" dirty="0"/>
              <a:t>Similarly %c is used to display character, %f for float variable, %s for string variable, %lf for double and %x for hexadecimal variable.</a:t>
            </a:r>
          </a:p>
          <a:p>
            <a:pPr lvl="1"/>
            <a:r>
              <a:rPr lang="en-US" dirty="0"/>
              <a:t>To generate a </a:t>
            </a:r>
            <a:r>
              <a:rPr lang="en-US" dirty="0" err="1"/>
              <a:t>newline,we</a:t>
            </a:r>
            <a:r>
              <a:rPr lang="en-US" dirty="0"/>
              <a:t> use “\n” in C </a:t>
            </a:r>
            <a:r>
              <a:rPr lang="en-US" dirty="0" err="1"/>
              <a:t>printf</a:t>
            </a:r>
            <a:r>
              <a:rPr lang="en-US" dirty="0"/>
              <a:t>() statement.</a:t>
            </a:r>
          </a:p>
          <a:p>
            <a:r>
              <a:rPr lang="en-US" b="1" dirty="0"/>
              <a:t>Note:</a:t>
            </a:r>
            <a:endParaRPr lang="en-US" dirty="0"/>
          </a:p>
          <a:p>
            <a:pPr lvl="1"/>
            <a:r>
              <a:rPr lang="en-US" dirty="0"/>
              <a:t>C language is case sensitive. </a:t>
            </a:r>
            <a:r>
              <a:rPr lang="en-US" dirty="0" smtClean="0"/>
              <a:t>For </a:t>
            </a:r>
            <a:r>
              <a:rPr lang="en-US" dirty="0"/>
              <a:t>example, </a:t>
            </a:r>
            <a:r>
              <a:rPr lang="en-US" dirty="0" err="1"/>
              <a:t>printf</a:t>
            </a:r>
            <a:r>
              <a:rPr lang="en-US" dirty="0"/>
              <a:t>() and </a:t>
            </a:r>
            <a:r>
              <a:rPr lang="en-US" dirty="0" err="1"/>
              <a:t>scanf</a:t>
            </a:r>
            <a:r>
              <a:rPr lang="en-US" dirty="0"/>
              <a:t>() are different from </a:t>
            </a:r>
            <a:r>
              <a:rPr lang="en-US" b="1" dirty="0" err="1"/>
              <a:t>P</a:t>
            </a:r>
            <a:r>
              <a:rPr lang="en-US" dirty="0" err="1"/>
              <a:t>rintf</a:t>
            </a:r>
            <a:r>
              <a:rPr lang="en-US" dirty="0"/>
              <a:t>() and </a:t>
            </a:r>
            <a:r>
              <a:rPr lang="en-US" b="1" dirty="0" err="1"/>
              <a:t>S</a:t>
            </a:r>
            <a:r>
              <a:rPr lang="en-US" dirty="0" err="1"/>
              <a:t>canf</a:t>
            </a:r>
            <a:r>
              <a:rPr lang="en-US" dirty="0"/>
              <a:t>(). All characters in </a:t>
            </a:r>
            <a:r>
              <a:rPr lang="en-US" dirty="0" err="1"/>
              <a:t>printf</a:t>
            </a:r>
            <a:r>
              <a:rPr lang="en-US" dirty="0"/>
              <a:t>() and </a:t>
            </a:r>
            <a:r>
              <a:rPr lang="en-US" dirty="0" err="1"/>
              <a:t>scanf</a:t>
            </a:r>
            <a:r>
              <a:rPr lang="en-US" dirty="0"/>
              <a:t>() functions must be in lower case.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4777" y="49307"/>
            <a:ext cx="7467600" cy="5149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/>
              <a:t>() </a:t>
            </a:r>
            <a:r>
              <a:rPr lang="en-US" dirty="0" smtClean="0"/>
              <a:t>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8018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9403" y="979612"/>
            <a:ext cx="5638800" cy="58144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992"/>
            <a:ext cx="8077200" cy="56356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Example program </a:t>
            </a:r>
            <a:r>
              <a:rPr lang="en-US" dirty="0" err="1" smtClean="0"/>
              <a:t>printf</a:t>
            </a:r>
            <a:r>
              <a:rPr lang="en-US" dirty="0"/>
              <a:t>()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25141" y="1550919"/>
            <a:ext cx="3276600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/>
              <a:t>Character is A </a:t>
            </a:r>
            <a:endParaRPr lang="en-US" dirty="0" smtClean="0"/>
          </a:p>
          <a:p>
            <a:r>
              <a:rPr lang="en-US" dirty="0" smtClean="0"/>
              <a:t>String </a:t>
            </a:r>
            <a:r>
              <a:rPr lang="en-US" dirty="0"/>
              <a:t>is fresh2refresh.com Float value is 10.234000 Integer value is 150 </a:t>
            </a:r>
            <a:endParaRPr lang="en-US" dirty="0" smtClean="0"/>
          </a:p>
          <a:p>
            <a:r>
              <a:rPr lang="en-US" dirty="0" smtClean="0"/>
              <a:t>Double </a:t>
            </a:r>
            <a:r>
              <a:rPr lang="en-US" dirty="0"/>
              <a:t>value is 20.123456 </a:t>
            </a:r>
            <a:endParaRPr lang="en-US" dirty="0" smtClean="0"/>
          </a:p>
          <a:p>
            <a:r>
              <a:rPr lang="en-US" dirty="0" smtClean="0"/>
              <a:t>Octal </a:t>
            </a:r>
            <a:r>
              <a:rPr lang="en-US" dirty="0"/>
              <a:t>value is 226 </a:t>
            </a:r>
            <a:endParaRPr lang="en-US" dirty="0" smtClean="0"/>
          </a:p>
          <a:p>
            <a:r>
              <a:rPr lang="en-US" dirty="0" smtClean="0"/>
              <a:t>Hexadecimal </a:t>
            </a:r>
            <a:r>
              <a:rPr lang="en-US" dirty="0"/>
              <a:t>value is 96 </a:t>
            </a:r>
          </a:p>
        </p:txBody>
      </p:sp>
    </p:spTree>
    <p:extLst>
      <p:ext uri="{BB962C8B-B14F-4D97-AF65-F5344CB8AC3E}">
        <p14:creationId xmlns:p14="http://schemas.microsoft.com/office/powerpoint/2010/main" xmlns="" val="442903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941" y="931105"/>
            <a:ext cx="8839200" cy="5569670"/>
          </a:xfrm>
        </p:spPr>
        <p:txBody>
          <a:bodyPr>
            <a:normAutofit/>
          </a:bodyPr>
          <a:lstStyle/>
          <a:p>
            <a:r>
              <a:rPr lang="en-US" dirty="0"/>
              <a:t>You can see the output with the same data which are placed within the double quotes of </a:t>
            </a:r>
            <a:r>
              <a:rPr lang="en-US" dirty="0" err="1"/>
              <a:t>printf</a:t>
            </a:r>
            <a:r>
              <a:rPr lang="en-US" dirty="0"/>
              <a:t> statement in the program except</a:t>
            </a:r>
          </a:p>
          <a:p>
            <a:pPr lvl="1"/>
            <a:r>
              <a:rPr lang="en-US" dirty="0"/>
              <a:t>%d got replaced by value of an integer variable  (no),</a:t>
            </a:r>
          </a:p>
          <a:p>
            <a:pPr lvl="1"/>
            <a:r>
              <a:rPr lang="en-US" dirty="0"/>
              <a:t>%c got replaced by value of a character variable  (</a:t>
            </a:r>
            <a:r>
              <a:rPr lang="en-US" dirty="0" err="1"/>
              <a:t>ch</a:t>
            </a:r>
            <a:r>
              <a:rPr lang="en-US" dirty="0"/>
              <a:t>),</a:t>
            </a:r>
          </a:p>
          <a:p>
            <a:pPr lvl="1"/>
            <a:r>
              <a:rPr lang="en-US" dirty="0"/>
              <a:t>%f got replaced by value of a float variable  (</a:t>
            </a:r>
            <a:r>
              <a:rPr lang="en-US" dirty="0" err="1"/>
              <a:t>flt</a:t>
            </a:r>
            <a:r>
              <a:rPr lang="en-US" dirty="0"/>
              <a:t>),</a:t>
            </a:r>
          </a:p>
          <a:p>
            <a:pPr lvl="1"/>
            <a:r>
              <a:rPr lang="en-US" dirty="0"/>
              <a:t>%lf got replaced by value of a double variable  (</a:t>
            </a:r>
            <a:r>
              <a:rPr lang="en-US" dirty="0" err="1"/>
              <a:t>dbl</a:t>
            </a:r>
            <a:r>
              <a:rPr lang="en-US" dirty="0"/>
              <a:t>),</a:t>
            </a:r>
          </a:p>
          <a:p>
            <a:pPr lvl="1"/>
            <a:r>
              <a:rPr lang="en-US" dirty="0"/>
              <a:t>%s got replaced by value of a string variable  (</a:t>
            </a:r>
            <a:r>
              <a:rPr lang="en-US" dirty="0" err="1"/>
              <a:t>str</a:t>
            </a:r>
            <a:r>
              <a:rPr lang="en-US" dirty="0"/>
              <a:t>),</a:t>
            </a:r>
          </a:p>
          <a:p>
            <a:pPr lvl="1"/>
            <a:r>
              <a:rPr lang="en-US" dirty="0"/>
              <a:t>%o got replaced by a octal value corresponding to integer variable  (no),</a:t>
            </a:r>
          </a:p>
          <a:p>
            <a:pPr lvl="1"/>
            <a:r>
              <a:rPr lang="en-US" dirty="0"/>
              <a:t>%x got replaced by a hexadecimal value corresponding to integer variable</a:t>
            </a:r>
          </a:p>
          <a:p>
            <a:pPr lvl="1"/>
            <a:r>
              <a:rPr lang="en-US" dirty="0"/>
              <a:t>\n got replaced by a newline.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4777" y="109071"/>
            <a:ext cx="7467600" cy="5149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format </a:t>
            </a:r>
            <a:r>
              <a:rPr lang="en-US" dirty="0" err="1"/>
              <a:t>specifier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9324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685800"/>
            <a:ext cx="8606115" cy="25908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 smtClean="0"/>
              <a:t>scanf</a:t>
            </a:r>
            <a:r>
              <a:rPr lang="en-US" b="1" dirty="0"/>
              <a:t>() function:</a:t>
            </a:r>
          </a:p>
          <a:p>
            <a:pPr lvl="1"/>
            <a:r>
              <a:rPr lang="en-US" dirty="0"/>
              <a:t>The </a:t>
            </a:r>
            <a:r>
              <a:rPr lang="en-US" b="1" dirty="0" err="1"/>
              <a:t>scanf</a:t>
            </a:r>
            <a:r>
              <a:rPr lang="en-US" b="1" dirty="0"/>
              <a:t> function allows you to accept input from standard in</a:t>
            </a:r>
            <a:r>
              <a:rPr lang="en-US" dirty="0"/>
              <a:t>, which for us is generally the keyboard. </a:t>
            </a:r>
            <a:endParaRPr lang="en-US" dirty="0" smtClean="0"/>
          </a:p>
          <a:p>
            <a:pPr lvl="1"/>
            <a:r>
              <a:rPr lang="en-US" dirty="0" err="1" smtClean="0"/>
              <a:t>scanf</a:t>
            </a:r>
            <a:r>
              <a:rPr lang="en-US" dirty="0"/>
              <a:t>() function is used to read character, string, numeric data from keyboard</a:t>
            </a:r>
          </a:p>
          <a:p>
            <a:pPr lvl="1"/>
            <a:r>
              <a:rPr lang="en-US" dirty="0"/>
              <a:t>Consider below example program where user enters a character. This value is assigned to the variable “</a:t>
            </a:r>
            <a:r>
              <a:rPr lang="en-US" dirty="0" err="1"/>
              <a:t>ch</a:t>
            </a:r>
            <a:r>
              <a:rPr lang="en-US" dirty="0"/>
              <a:t>” and then displayed.</a:t>
            </a:r>
          </a:p>
          <a:p>
            <a:pPr lvl="1"/>
            <a:r>
              <a:rPr lang="en-US" dirty="0"/>
              <a:t>Then, user enters a string and this value is assigned to the variable ”</a:t>
            </a:r>
            <a:r>
              <a:rPr lang="en-US" dirty="0" err="1"/>
              <a:t>str</a:t>
            </a:r>
            <a:r>
              <a:rPr lang="en-US" dirty="0"/>
              <a:t>” and then displayed.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41000"/>
                    </a14:imgEffect>
                  </a14:imgLayer>
                </a14:imgProps>
              </a:ext>
            </a:extLst>
          </a:blip>
          <a:srcRect t="908"/>
          <a:stretch/>
        </p:blipFill>
        <p:spPr>
          <a:xfrm>
            <a:off x="324226" y="3276600"/>
            <a:ext cx="5283218" cy="3573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19600" y="3274873"/>
            <a:ext cx="4343400" cy="17543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Enter any character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Entered character is a</a:t>
            </a:r>
          </a:p>
          <a:p>
            <a:r>
              <a:rPr lang="en-US" dirty="0"/>
              <a:t>Enter any string ( </a:t>
            </a:r>
            <a:r>
              <a:rPr lang="en-US" dirty="0" err="1"/>
              <a:t>upto</a:t>
            </a:r>
            <a:r>
              <a:rPr lang="en-US" dirty="0"/>
              <a:t> 100 character )</a:t>
            </a:r>
          </a:p>
          <a:p>
            <a:r>
              <a:rPr lang="en-US" dirty="0" err="1"/>
              <a:t>hai</a:t>
            </a:r>
            <a:endParaRPr lang="en-US" dirty="0"/>
          </a:p>
          <a:p>
            <a:r>
              <a:rPr lang="en-US" dirty="0"/>
              <a:t>Entered string is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2400" y="28395"/>
            <a:ext cx="8610600" cy="59736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Example program </a:t>
            </a:r>
            <a:r>
              <a:rPr lang="en-US" sz="2400" dirty="0" smtClean="0"/>
              <a:t>: </a:t>
            </a:r>
            <a:r>
              <a:rPr lang="en-US" sz="2400" dirty="0" err="1" smtClean="0"/>
              <a:t>printf</a:t>
            </a:r>
            <a:r>
              <a:rPr lang="en-US" sz="2400" dirty="0"/>
              <a:t>() and </a:t>
            </a:r>
            <a:r>
              <a:rPr lang="en-US" sz="2400" dirty="0" err="1"/>
              <a:t>scanf</a:t>
            </a:r>
            <a:r>
              <a:rPr lang="en-US" sz="2400" dirty="0"/>
              <a:t>() </a:t>
            </a:r>
            <a:r>
              <a:rPr lang="en-US" sz="2400" dirty="0" smtClean="0"/>
              <a:t>functions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600070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7031"/>
            <a:ext cx="8610600" cy="59736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Example program </a:t>
            </a:r>
            <a:r>
              <a:rPr lang="en-US" sz="2400" dirty="0" smtClean="0"/>
              <a:t>: </a:t>
            </a:r>
            <a:r>
              <a:rPr lang="en-US" sz="2400" dirty="0" err="1" smtClean="0"/>
              <a:t>printf</a:t>
            </a:r>
            <a:r>
              <a:rPr lang="en-US" sz="2400" dirty="0"/>
              <a:t>() and </a:t>
            </a:r>
            <a:r>
              <a:rPr lang="en-US" sz="2400" dirty="0" err="1"/>
              <a:t>scanf</a:t>
            </a:r>
            <a:r>
              <a:rPr lang="en-US" sz="2400" dirty="0"/>
              <a:t>() </a:t>
            </a:r>
            <a:r>
              <a:rPr lang="en-US" sz="2400" dirty="0" smtClean="0"/>
              <a:t>functions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3202" y="1600200"/>
            <a:ext cx="8483597" cy="26670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format </a:t>
            </a:r>
            <a:r>
              <a:rPr lang="en-US" dirty="0" err="1"/>
              <a:t>specifier</a:t>
            </a:r>
            <a:r>
              <a:rPr lang="en-US" dirty="0"/>
              <a:t> %d is used in </a:t>
            </a:r>
            <a:r>
              <a:rPr lang="en-US" dirty="0" err="1"/>
              <a:t>scanf</a:t>
            </a:r>
            <a:r>
              <a:rPr lang="en-US" dirty="0"/>
              <a:t>() statement. So that, the value entered is received as an integer and %s for string.</a:t>
            </a:r>
          </a:p>
          <a:p>
            <a:r>
              <a:rPr lang="en-US" dirty="0"/>
              <a:t>Ampersand is used before variable name “</a:t>
            </a:r>
            <a:r>
              <a:rPr lang="en-US" dirty="0" err="1"/>
              <a:t>ch</a:t>
            </a:r>
            <a:r>
              <a:rPr lang="en-US" dirty="0"/>
              <a:t>” in </a:t>
            </a:r>
            <a:r>
              <a:rPr lang="en-US" dirty="0" err="1"/>
              <a:t>scanf</a:t>
            </a:r>
            <a:r>
              <a:rPr lang="en-US" dirty="0"/>
              <a:t>() statement as &amp;</a:t>
            </a:r>
            <a:r>
              <a:rPr lang="en-US" dirty="0" err="1" smtClean="0"/>
              <a:t>ch</a:t>
            </a:r>
            <a:r>
              <a:rPr lang="en-US" dirty="0"/>
              <a:t> </a:t>
            </a:r>
            <a:r>
              <a:rPr lang="en-US" dirty="0" smtClean="0"/>
              <a:t>, this operator is called </a:t>
            </a:r>
            <a:r>
              <a:rPr lang="en-US" i="1" dirty="0" smtClean="0"/>
              <a:t>address of operator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493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 algn="ctr"/>
            <a:r>
              <a:rPr lang="en-US" dirty="0" smtClean="0"/>
              <a:t>Basic IO Functions</a:t>
            </a:r>
            <a:endParaRPr lang="en-US" dirty="0"/>
          </a:p>
        </p:txBody>
      </p:sp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4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" y="1219200"/>
            <a:ext cx="8711293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19652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-exec.gif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-3721" b="-3721"/>
          <a:stretch>
            <a:fillRect/>
          </a:stretch>
        </p:blipFill>
        <p:spPr>
          <a:xfrm>
            <a:off x="228600" y="867876"/>
            <a:ext cx="8589701" cy="5605949"/>
          </a:xfrm>
        </p:spPr>
      </p:pic>
    </p:spTree>
    <p:extLst>
      <p:ext uri="{BB962C8B-B14F-4D97-AF65-F5344CB8AC3E}">
        <p14:creationId xmlns:p14="http://schemas.microsoft.com/office/powerpoint/2010/main" xmlns="" val="401318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1003</TotalTime>
  <Words>643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Oriel</vt:lpstr>
      <vt:lpstr>C – Printf and Scanf Functions </vt:lpstr>
      <vt:lpstr>C - Printf() and Scanf() functions</vt:lpstr>
      <vt:lpstr>Slide 3</vt:lpstr>
      <vt:lpstr> Printf() function</vt:lpstr>
      <vt:lpstr>Example program printf() function</vt:lpstr>
      <vt:lpstr>format specifier</vt:lpstr>
      <vt:lpstr>Example program : printf() and scanf() functions</vt:lpstr>
      <vt:lpstr>Example program : printf() and scanf() functions</vt:lpstr>
      <vt:lpstr>Basic IO Functions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- Function</dc:title>
  <dc:creator>new teacher</dc:creator>
  <cp:lastModifiedBy>Abu Sayeed</cp:lastModifiedBy>
  <cp:revision>764</cp:revision>
  <dcterms:created xsi:type="dcterms:W3CDTF">2006-08-16T00:00:00Z</dcterms:created>
  <dcterms:modified xsi:type="dcterms:W3CDTF">2019-02-25T02:52:50Z</dcterms:modified>
</cp:coreProperties>
</file>