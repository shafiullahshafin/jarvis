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Default Extension="wdp" ContentType="image/vnd.ms-photo"/>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76" r:id="rId3"/>
    <p:sldId id="288" r:id="rId4"/>
    <p:sldId id="289" r:id="rId5"/>
    <p:sldId id="290" r:id="rId6"/>
    <p:sldId id="291" r:id="rId7"/>
    <p:sldId id="292" r:id="rId8"/>
    <p:sldId id="293" r:id="rId9"/>
    <p:sldId id="294" r:id="rId10"/>
    <p:sldId id="295" r:id="rId11"/>
    <p:sldId id="296" r:id="rId12"/>
    <p:sldId id="297" r:id="rId13"/>
    <p:sldId id="298" r:id="rId14"/>
    <p:sldId id="299" r:id="rId15"/>
    <p:sldId id="300" r:id="rId16"/>
    <p:sldId id="275" r:id="rId17"/>
    <p:sldId id="287" r:id="rId18"/>
    <p:sldId id="281" r:id="rId19"/>
    <p:sldId id="301"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snapToObjects="1">
      <p:cViewPr varScale="1">
        <p:scale>
          <a:sx n="110" d="100"/>
          <a:sy n="110" d="100"/>
        </p:scale>
        <p:origin x="-1608" y="-9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186953" y="268288"/>
            <a:ext cx="5669280" cy="39003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268940" y="268288"/>
            <a:ext cx="182880" cy="388685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3200400" y="4208929"/>
            <a:ext cx="5458968" cy="1048684"/>
          </a:xfrm>
        </p:spPr>
        <p:txBody>
          <a:bodyPr vert="horz" lIns="91440" tIns="45720" rIns="91440" bIns="45720" rtlCol="0" anchor="b" anchorCtr="0">
            <a:normAutofit/>
          </a:bodyPr>
          <a:lstStyle>
            <a:lvl1pPr algn="l" defTabSz="914400" rtl="0" eaLnBrk="1" latinLnBrk="0" hangingPunct="1">
              <a:spcBef>
                <a:spcPct val="0"/>
              </a:spcBef>
              <a:buNone/>
              <a:defRPr sz="4600" kern="1200">
                <a:solidFill>
                  <a:schemeClr val="accent1"/>
                </a:solidFill>
                <a:latin typeface="+mj-lt"/>
                <a:ea typeface="+mj-ea"/>
                <a:cs typeface="+mj-cs"/>
              </a:defRPr>
            </a:lvl1pPr>
          </a:lstStyle>
          <a:p>
            <a:r>
              <a:rPr lang="it-IT" smtClean="0"/>
              <a:t>Click to edit Master title style</a:t>
            </a:r>
            <a:endParaRPr/>
          </a:p>
        </p:txBody>
      </p:sp>
      <p:sp>
        <p:nvSpPr>
          <p:cNvPr id="3" name="Subtitle 2"/>
          <p:cNvSpPr>
            <a:spLocks noGrp="1"/>
          </p:cNvSpPr>
          <p:nvPr>
            <p:ph type="subTitle" idx="1"/>
          </p:nvPr>
        </p:nvSpPr>
        <p:spPr>
          <a:xfrm>
            <a:off x="3200400" y="5257800"/>
            <a:ext cx="5458968" cy="621792"/>
          </a:xfrm>
        </p:spPr>
        <p:txBody>
          <a:bodyPr vert="horz" lIns="91440" tIns="45720" rIns="91440" bIns="45720" rtlCol="0">
            <a:normAutofit/>
          </a:bodyPr>
          <a:lstStyle>
            <a:lvl1pPr marL="0" indent="0" algn="l" defTabSz="914400" rtl="0" eaLnBrk="1" latinLnBrk="0" hangingPunct="1">
              <a:spcBef>
                <a:spcPts val="0"/>
              </a:spcBef>
              <a:buClr>
                <a:schemeClr val="accent1"/>
              </a:buClr>
              <a:buSzPct val="100000"/>
              <a:buFont typeface="Wingdings 2" pitchFamily="18" charset="2"/>
              <a:buNone/>
              <a:defRPr sz="1600" kern="1200">
                <a:solidFill>
                  <a:schemeClr val="tx2"/>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smtClean="0"/>
              <a:t>Click to edit Master subtitle style</a:t>
            </a:r>
            <a:endParaRPr dirty="0"/>
          </a:p>
        </p:txBody>
      </p:sp>
      <p:sp>
        <p:nvSpPr>
          <p:cNvPr id="4" name="Date Placeholder 3"/>
          <p:cNvSpPr>
            <a:spLocks noGrp="1"/>
          </p:cNvSpPr>
          <p:nvPr>
            <p:ph type="dt" sz="half" idx="10"/>
          </p:nvPr>
        </p:nvSpPr>
        <p:spPr>
          <a:xfrm>
            <a:off x="3276600" y="390525"/>
            <a:ext cx="5504688" cy="365125"/>
          </a:xfrm>
        </p:spPr>
        <p:txBody>
          <a:bodyPr vert="horz" lIns="91440" tIns="45720" rIns="91440" bIns="45720" rtlCol="0" anchor="ctr"/>
          <a:lstStyle>
            <a:lvl1pPr marL="0" algn="r" defTabSz="914400" rtl="0" eaLnBrk="1" latinLnBrk="0" hangingPunct="1">
              <a:defRPr sz="2200" b="0" kern="1200" baseline="0">
                <a:solidFill>
                  <a:schemeClr val="bg1"/>
                </a:solidFill>
                <a:latin typeface="+mn-lt"/>
                <a:ea typeface="+mn-ea"/>
                <a:cs typeface="+mn-cs"/>
              </a:defRPr>
            </a:lvl1pPr>
          </a:lstStyle>
          <a:p>
            <a:fld id="{B1A24CD3-204F-4468-8EE4-28A6668D006A}" type="datetimeFigureOut">
              <a:rPr lang="en-US" smtClean="0"/>
              <a:pPr/>
              <a:t>2/25/2019</a:t>
            </a:fld>
            <a:endParaRPr lang="en-US"/>
          </a:p>
        </p:txBody>
      </p:sp>
      <p:sp>
        <p:nvSpPr>
          <p:cNvPr id="5" name="Footer Placeholder 4"/>
          <p:cNvSpPr>
            <a:spLocks noGrp="1"/>
          </p:cNvSpPr>
          <p:nvPr>
            <p:ph type="ftr" sz="quarter" idx="11"/>
          </p:nvPr>
        </p:nvSpPr>
        <p:spPr>
          <a:xfrm>
            <a:off x="3218688" y="6356350"/>
            <a:ext cx="4736592" cy="365125"/>
          </a:xfrm>
        </p:spPr>
        <p:txBody>
          <a:bodyPr vert="horz" lIns="91440" tIns="45720" rIns="91440" bIns="45720" rtlCol="0" anchor="ctr"/>
          <a:lstStyle>
            <a:lvl1pPr marL="0" algn="l" defTabSz="914400" rtl="0" eaLnBrk="1" latinLnBrk="0" hangingPunct="1">
              <a:defRPr sz="1100" b="1" kern="1200">
                <a:solidFill>
                  <a:schemeClr val="tx2">
                    <a:lumMod val="60000"/>
                    <a:lumOff val="40000"/>
                  </a:schemeClr>
                </a:solidFill>
                <a:latin typeface="+mn-lt"/>
                <a:ea typeface="+mn-ea"/>
                <a:cs typeface="+mn-cs"/>
              </a:defRPr>
            </a:lvl1pPr>
          </a:lstStyle>
          <a:p>
            <a:endParaRPr lang="en-US"/>
          </a:p>
        </p:txBody>
      </p:sp>
      <p:sp>
        <p:nvSpPr>
          <p:cNvPr id="6" name="Slide Number Placeholder 5"/>
          <p:cNvSpPr>
            <a:spLocks noGrp="1"/>
          </p:cNvSpPr>
          <p:nvPr>
            <p:ph type="sldNum" sz="quarter" idx="12"/>
          </p:nvPr>
        </p:nvSpPr>
        <p:spPr>
          <a:xfrm>
            <a:off x="8256494" y="6356350"/>
            <a:ext cx="685800" cy="365125"/>
          </a:xfrm>
        </p:spPr>
        <p:txBody>
          <a:bodyPr vert="horz" lIns="91440" tIns="45720" rIns="91440" bIns="45720" rtlCol="0" anchor="ctr"/>
          <a:lstStyle>
            <a:lvl1pPr marL="0" algn="r" defTabSz="914400" rtl="0" eaLnBrk="1" latinLnBrk="0" hangingPunct="1">
              <a:defRPr sz="1100" b="1" kern="1200">
                <a:solidFill>
                  <a:schemeClr val="tx2">
                    <a:lumMod val="60000"/>
                    <a:lumOff val="40000"/>
                  </a:schemeClr>
                </a:solidFill>
                <a:latin typeface="+mn-lt"/>
                <a:ea typeface="+mn-ea"/>
                <a:cs typeface="+mn-cs"/>
              </a:defRPr>
            </a:lvl1pPr>
          </a:lstStyle>
          <a:p>
            <a:fld id="{57AF16DE-A0D5-4438-950F-5B1E159C2C28}"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7212106" y="268288"/>
            <a:ext cx="1645920"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p:txBody>
          <a:bodyPr/>
          <a:lstStyle/>
          <a:p>
            <a:r>
              <a:rPr lang="it-IT" smtClean="0"/>
              <a:t>Click to edit Master title style</a:t>
            </a:r>
            <a:endParaRPr/>
          </a:p>
        </p:txBody>
      </p:sp>
      <p:sp>
        <p:nvSpPr>
          <p:cNvPr id="3" name="Content Placeholder 2"/>
          <p:cNvSpPr>
            <a:spLocks noGrp="1"/>
          </p:cNvSpPr>
          <p:nvPr>
            <p:ph idx="1"/>
          </p:nvPr>
        </p:nvSpPr>
        <p:spPr/>
        <p:txBody>
          <a:bodyPr/>
          <a:lstStyle>
            <a:lvl5pPr>
              <a:defRPr/>
            </a:lvl5pPr>
          </a:lstStyle>
          <a:p>
            <a:pPr lvl="0"/>
            <a:r>
              <a:rPr lang="it-IT" smtClean="0"/>
              <a:t>Click to edit Master text styles</a:t>
            </a:r>
          </a:p>
          <a:p>
            <a:pPr lvl="1"/>
            <a:r>
              <a:rPr lang="it-IT" smtClean="0"/>
              <a:t>Second level</a:t>
            </a:r>
          </a:p>
          <a:p>
            <a:pPr lvl="2"/>
            <a:r>
              <a:rPr lang="it-IT" smtClean="0"/>
              <a:t>Third level</a:t>
            </a:r>
          </a:p>
          <a:p>
            <a:pPr lvl="3"/>
            <a:r>
              <a:rPr lang="it-IT" smtClean="0"/>
              <a:t>Fourth level</a:t>
            </a:r>
          </a:p>
          <a:p>
            <a:pPr lvl="4"/>
            <a:r>
              <a:rPr lang="it-IT" smtClean="0"/>
              <a:t>Fifth level</a:t>
            </a:r>
            <a:endParaRPr dirty="0"/>
          </a:p>
        </p:txBody>
      </p:sp>
      <p:sp>
        <p:nvSpPr>
          <p:cNvPr id="4" name="Date Placeholder 3"/>
          <p:cNvSpPr>
            <a:spLocks noGrp="1"/>
          </p:cNvSpPr>
          <p:nvPr>
            <p:ph type="dt" sz="half" idx="10"/>
          </p:nvPr>
        </p:nvSpPr>
        <p:spPr>
          <a:xfrm>
            <a:off x="7212106" y="6356350"/>
            <a:ext cx="1752600" cy="365125"/>
          </a:xfrm>
        </p:spPr>
        <p:txBody>
          <a:bodyPr/>
          <a:lstStyle/>
          <a:p>
            <a:fld id="{B1A24CD3-204F-4468-8EE4-28A6668D006A}" type="datetimeFigureOut">
              <a:rPr lang="en-US" smtClean="0"/>
              <a:pPr/>
              <a:t>2/25/2019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AF16DE-A0D5-4438-950F-5B1E159C2C28}"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7" name="Rectangle 6"/>
          <p:cNvSpPr/>
          <p:nvPr/>
        </p:nvSpPr>
        <p:spPr>
          <a:xfrm>
            <a:off x="3186953" y="268288"/>
            <a:ext cx="5669280" cy="25603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3200399" y="4171950"/>
            <a:ext cx="5457919" cy="1085850"/>
          </a:xfrm>
        </p:spPr>
        <p:txBody>
          <a:bodyPr>
            <a:normAutofit/>
          </a:bodyPr>
          <a:lstStyle>
            <a:lvl1pPr>
              <a:defRPr sz="4600"/>
            </a:lvl1pPr>
          </a:lstStyle>
          <a:p>
            <a:r>
              <a:rPr lang="it-IT" smtClean="0"/>
              <a:t>Click to edit Master title style</a:t>
            </a:r>
            <a:endParaRPr/>
          </a:p>
        </p:txBody>
      </p:sp>
      <p:sp>
        <p:nvSpPr>
          <p:cNvPr id="3" name="Subtitle 2"/>
          <p:cNvSpPr>
            <a:spLocks noGrp="1"/>
          </p:cNvSpPr>
          <p:nvPr>
            <p:ph type="subTitle" idx="1"/>
          </p:nvPr>
        </p:nvSpPr>
        <p:spPr>
          <a:xfrm>
            <a:off x="3200401" y="5257799"/>
            <a:ext cx="5457918" cy="618565"/>
          </a:xfrm>
        </p:spPr>
        <p:txBody>
          <a:bodyPr>
            <a:normAutofit/>
          </a:bodyPr>
          <a:lstStyle>
            <a:lvl1pPr marL="0" indent="0" algn="l">
              <a:spcBef>
                <a:spcPct val="0"/>
              </a:spcBef>
              <a:buNone/>
              <a:defRPr sz="1600">
                <a:solidFill>
                  <a:schemeClr val="tx2"/>
                </a:solidFill>
              </a:defRPr>
            </a:lvl1pPr>
            <a:lvl2pPr marL="457200" indent="0" algn="ctr">
              <a:spcBef>
                <a:spcPct val="0"/>
              </a:spcBef>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smtClean="0"/>
              <a:t>Click to edit Master subtitle style</a:t>
            </a:r>
            <a:endParaRPr dirty="0"/>
          </a:p>
        </p:txBody>
      </p:sp>
      <p:sp>
        <p:nvSpPr>
          <p:cNvPr id="4" name="Date Placeholder 3"/>
          <p:cNvSpPr>
            <a:spLocks noGrp="1"/>
          </p:cNvSpPr>
          <p:nvPr>
            <p:ph type="dt" sz="half" idx="10"/>
          </p:nvPr>
        </p:nvSpPr>
        <p:spPr>
          <a:xfrm>
            <a:off x="3276600" y="389965"/>
            <a:ext cx="5499847" cy="365125"/>
          </a:xfrm>
        </p:spPr>
        <p:txBody>
          <a:bodyPr/>
          <a:lstStyle>
            <a:lvl1pPr>
              <a:defRPr sz="2200" b="0" baseline="0">
                <a:solidFill>
                  <a:schemeClr val="bg1"/>
                </a:solidFill>
              </a:defRPr>
            </a:lvl1pPr>
          </a:lstStyle>
          <a:p>
            <a:fld id="{B1A24CD3-204F-4468-8EE4-28A6668D006A}" type="datetimeFigureOut">
              <a:rPr lang="en-US" smtClean="0"/>
              <a:pPr/>
              <a:t>2/25/2019</a:t>
            </a:fld>
            <a:endParaRPr lang="en-US"/>
          </a:p>
        </p:txBody>
      </p:sp>
      <p:sp>
        <p:nvSpPr>
          <p:cNvPr id="5" name="Footer Placeholder 4"/>
          <p:cNvSpPr>
            <a:spLocks noGrp="1"/>
          </p:cNvSpPr>
          <p:nvPr>
            <p:ph type="ftr" sz="quarter" idx="11"/>
          </p:nvPr>
        </p:nvSpPr>
        <p:spPr>
          <a:xfrm>
            <a:off x="3213847" y="6356350"/>
            <a:ext cx="4734112" cy="365125"/>
          </a:xfrm>
        </p:spPr>
        <p:txBody>
          <a:bodyPr/>
          <a:lstStyle/>
          <a:p>
            <a:endParaRPr lang="en-US"/>
          </a:p>
        </p:txBody>
      </p:sp>
      <p:sp>
        <p:nvSpPr>
          <p:cNvPr id="6" name="Slide Number Placeholder 5"/>
          <p:cNvSpPr>
            <a:spLocks noGrp="1"/>
          </p:cNvSpPr>
          <p:nvPr>
            <p:ph type="sldNum" sz="quarter" idx="12"/>
          </p:nvPr>
        </p:nvSpPr>
        <p:spPr>
          <a:xfrm>
            <a:off x="8265459" y="6356350"/>
            <a:ext cx="685800" cy="365125"/>
          </a:xfrm>
        </p:spPr>
        <p:txBody>
          <a:bodyPr vert="horz" lIns="91440" tIns="45720" rIns="91440" bIns="45720" rtlCol="0" anchor="ctr"/>
          <a:lstStyle>
            <a:lvl1pPr marL="0" algn="r" defTabSz="914400" rtl="0" eaLnBrk="1" latinLnBrk="0" hangingPunct="1">
              <a:defRPr sz="1100" b="1" kern="1200">
                <a:solidFill>
                  <a:schemeClr val="tx2">
                    <a:lumMod val="60000"/>
                    <a:lumOff val="40000"/>
                  </a:schemeClr>
                </a:solidFill>
                <a:latin typeface="+mn-lt"/>
                <a:ea typeface="+mn-ea"/>
                <a:cs typeface="+mn-cs"/>
              </a:defRPr>
            </a:lvl1pPr>
          </a:lstStyle>
          <a:p>
            <a:fld id="{57AF16DE-A0D5-4438-950F-5B1E159C2C28}" type="slidenum">
              <a:rPr lang="en-US" smtClean="0"/>
              <a:pPr/>
              <a:t>‹#›</a:t>
            </a:fld>
            <a:endParaRPr lang="en-US"/>
          </a:p>
        </p:txBody>
      </p:sp>
      <p:sp>
        <p:nvSpPr>
          <p:cNvPr id="9" name="Picture Placeholder 8"/>
          <p:cNvSpPr>
            <a:spLocks noGrp="1"/>
          </p:cNvSpPr>
          <p:nvPr>
            <p:ph type="pic" sz="quarter" idx="13"/>
          </p:nvPr>
        </p:nvSpPr>
        <p:spPr>
          <a:xfrm>
            <a:off x="3200400" y="2877671"/>
            <a:ext cx="5646867" cy="1280160"/>
          </a:xfrm>
        </p:spPr>
        <p:txBody>
          <a:bodyPr/>
          <a:lstStyle>
            <a:lvl1pPr>
              <a:buNone/>
              <a:defRPr/>
            </a:lvl1pPr>
          </a:lstStyle>
          <a:p>
            <a:r>
              <a:rPr lang="it-IT" smtClean="0"/>
              <a:t>Drag picture to placeholder or click icon to add</a:t>
            </a:r>
            <a:endParaRPr/>
          </a:p>
        </p:txBody>
      </p:sp>
      <p:sp>
        <p:nvSpPr>
          <p:cNvPr id="10" name="Rectangle 9"/>
          <p:cNvSpPr/>
          <p:nvPr/>
        </p:nvSpPr>
        <p:spPr>
          <a:xfrm>
            <a:off x="268940" y="268288"/>
            <a:ext cx="182880" cy="388685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Content, and Picture">
    <p:spTree>
      <p:nvGrpSpPr>
        <p:cNvPr id="1" name=""/>
        <p:cNvGrpSpPr/>
        <p:nvPr/>
      </p:nvGrpSpPr>
      <p:grpSpPr>
        <a:xfrm>
          <a:off x="0" y="0"/>
          <a:ext cx="0" cy="0"/>
          <a:chOff x="0" y="0"/>
          <a:chExt cx="0" cy="0"/>
        </a:xfrm>
      </p:grpSpPr>
      <p:sp>
        <p:nvSpPr>
          <p:cNvPr id="7" name="Rectangle 6"/>
          <p:cNvSpPr/>
          <p:nvPr/>
        </p:nvSpPr>
        <p:spPr>
          <a:xfrm>
            <a:off x="269875" y="268288"/>
            <a:ext cx="1645920"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2178423" y="914400"/>
            <a:ext cx="6508377" cy="1143000"/>
          </a:xfrm>
        </p:spPr>
        <p:txBody>
          <a:bodyPr/>
          <a:lstStyle/>
          <a:p>
            <a:r>
              <a:rPr lang="it-IT" smtClean="0"/>
              <a:t>Click to edit Master title style</a:t>
            </a:r>
            <a:endParaRPr/>
          </a:p>
        </p:txBody>
      </p:sp>
      <p:sp>
        <p:nvSpPr>
          <p:cNvPr id="3" name="Content Placeholder 2"/>
          <p:cNvSpPr>
            <a:spLocks noGrp="1"/>
          </p:cNvSpPr>
          <p:nvPr>
            <p:ph idx="1"/>
          </p:nvPr>
        </p:nvSpPr>
        <p:spPr>
          <a:xfrm>
            <a:off x="2178423" y="2209800"/>
            <a:ext cx="6508377" cy="3916363"/>
          </a:xfrm>
        </p:spPr>
        <p:txBody>
          <a:bodyPr/>
          <a:lstStyle>
            <a:lvl5pPr>
              <a:defRPr/>
            </a:lvl5pPr>
          </a:lstStyle>
          <a:p>
            <a:pPr lvl="0"/>
            <a:r>
              <a:rPr lang="it-IT" smtClean="0"/>
              <a:t>Click to edit Master text styles</a:t>
            </a:r>
          </a:p>
          <a:p>
            <a:pPr lvl="1"/>
            <a:r>
              <a:rPr lang="it-IT" smtClean="0"/>
              <a:t>Second level</a:t>
            </a:r>
          </a:p>
          <a:p>
            <a:pPr lvl="2"/>
            <a:r>
              <a:rPr lang="it-IT" smtClean="0"/>
              <a:t>Third level</a:t>
            </a:r>
          </a:p>
          <a:p>
            <a:pPr lvl="3"/>
            <a:r>
              <a:rPr lang="it-IT" smtClean="0"/>
              <a:t>Fourth level</a:t>
            </a:r>
          </a:p>
          <a:p>
            <a:pPr lvl="4"/>
            <a:r>
              <a:rPr lang="it-IT" smtClean="0"/>
              <a:t>Fifth level</a:t>
            </a:r>
            <a:endParaRPr dirty="0"/>
          </a:p>
        </p:txBody>
      </p:sp>
      <p:sp>
        <p:nvSpPr>
          <p:cNvPr id="4" name="Date Placeholder 3"/>
          <p:cNvSpPr>
            <a:spLocks noGrp="1"/>
          </p:cNvSpPr>
          <p:nvPr>
            <p:ph type="dt" sz="half" idx="10"/>
          </p:nvPr>
        </p:nvSpPr>
        <p:spPr>
          <a:xfrm>
            <a:off x="7212106" y="6356350"/>
            <a:ext cx="1752600" cy="365125"/>
          </a:xfrm>
        </p:spPr>
        <p:txBody>
          <a:bodyPr/>
          <a:lstStyle/>
          <a:p>
            <a:fld id="{B1A24CD3-204F-4468-8EE4-28A6668D006A}" type="datetimeFigureOut">
              <a:rPr lang="en-US" smtClean="0"/>
              <a:pPr/>
              <a:t>2/25/2019</a:t>
            </a:fld>
            <a:endParaRPr lang="en-US"/>
          </a:p>
        </p:txBody>
      </p:sp>
      <p:sp>
        <p:nvSpPr>
          <p:cNvPr id="5" name="Footer Placeholder 4"/>
          <p:cNvSpPr>
            <a:spLocks noGrp="1"/>
          </p:cNvSpPr>
          <p:nvPr>
            <p:ph type="ftr" sz="quarter" idx="11"/>
          </p:nvPr>
        </p:nvSpPr>
        <p:spPr>
          <a:xfrm>
            <a:off x="2178423" y="6356350"/>
            <a:ext cx="4926852" cy="365125"/>
          </a:xfrm>
        </p:spPr>
        <p:txBody>
          <a:bodyPr/>
          <a:lstStyle/>
          <a:p>
            <a:endParaRPr lang="en-US"/>
          </a:p>
        </p:txBody>
      </p:sp>
      <p:sp>
        <p:nvSpPr>
          <p:cNvPr id="6" name="Slide Number Placeholder 5"/>
          <p:cNvSpPr>
            <a:spLocks noGrp="1"/>
          </p:cNvSpPr>
          <p:nvPr>
            <p:ph type="sldNum" sz="quarter" idx="12"/>
          </p:nvPr>
        </p:nvSpPr>
        <p:spPr>
          <a:xfrm>
            <a:off x="331694" y="361016"/>
            <a:ext cx="506506" cy="365125"/>
          </a:xfrm>
        </p:spPr>
        <p:txBody>
          <a:bodyPr/>
          <a:lstStyle/>
          <a:p>
            <a:fld id="{57AF16DE-A0D5-4438-950F-5B1E159C2C28}" type="slidenum">
              <a:rPr lang="en-US" smtClean="0"/>
              <a:pPr/>
              <a:t>‹#›</a:t>
            </a:fld>
            <a:endParaRPr lang="en-US"/>
          </a:p>
        </p:txBody>
      </p:sp>
      <p:sp>
        <p:nvSpPr>
          <p:cNvPr id="9" name="Picture Placeholder 8"/>
          <p:cNvSpPr>
            <a:spLocks noGrp="1"/>
          </p:cNvSpPr>
          <p:nvPr>
            <p:ph type="pic" sz="quarter" idx="13"/>
          </p:nvPr>
        </p:nvSpPr>
        <p:spPr>
          <a:xfrm>
            <a:off x="269875" y="1976718"/>
            <a:ext cx="1645920" cy="4625788"/>
          </a:xfrm>
        </p:spPr>
        <p:txBody>
          <a:bodyPr/>
          <a:lstStyle>
            <a:lvl1pPr>
              <a:buNone/>
              <a:defRPr/>
            </a:lvl1pPr>
          </a:lstStyle>
          <a:p>
            <a:r>
              <a:rPr lang="it-IT" smtClean="0"/>
              <a:t>Drag picture to placeholder or click icon to add</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7758952" y="268288"/>
            <a:ext cx="1099073" cy="635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2209801" y="3429000"/>
            <a:ext cx="4966446" cy="1398494"/>
          </a:xfrm>
        </p:spPr>
        <p:txBody>
          <a:bodyPr anchor="b" anchorCtr="0"/>
          <a:lstStyle>
            <a:lvl1pPr algn="r">
              <a:defRPr sz="4600" b="0" cap="none" baseline="0"/>
            </a:lvl1pPr>
          </a:lstStyle>
          <a:p>
            <a:r>
              <a:rPr lang="it-IT" smtClean="0"/>
              <a:t>Click to edit Master title style</a:t>
            </a:r>
            <a:endParaRPr/>
          </a:p>
        </p:txBody>
      </p:sp>
      <p:sp>
        <p:nvSpPr>
          <p:cNvPr id="3" name="Text Placeholder 2"/>
          <p:cNvSpPr>
            <a:spLocks noGrp="1"/>
          </p:cNvSpPr>
          <p:nvPr>
            <p:ph type="body" idx="1"/>
          </p:nvPr>
        </p:nvSpPr>
        <p:spPr>
          <a:xfrm>
            <a:off x="2209801" y="4824414"/>
            <a:ext cx="4966446" cy="1320800"/>
          </a:xfrm>
        </p:spPr>
        <p:txBody>
          <a:bodyPr anchor="t" anchorCtr="0">
            <a:normAutofit/>
          </a:bodyPr>
          <a:lstStyle>
            <a:lvl1pPr marL="0" indent="0" algn="r">
              <a:spcBef>
                <a:spcPts val="0"/>
              </a:spcBef>
              <a:buNone/>
              <a:defRPr sz="16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smtClean="0"/>
              <a:t>Click to edit Master text styles</a:t>
            </a:r>
          </a:p>
        </p:txBody>
      </p:sp>
      <p:sp>
        <p:nvSpPr>
          <p:cNvPr id="4" name="Date Placeholder 3"/>
          <p:cNvSpPr>
            <a:spLocks noGrp="1"/>
          </p:cNvSpPr>
          <p:nvPr>
            <p:ph type="dt" sz="half" idx="10"/>
          </p:nvPr>
        </p:nvSpPr>
        <p:spPr>
          <a:xfrm>
            <a:off x="5562600" y="6356350"/>
            <a:ext cx="1622612" cy="365125"/>
          </a:xfrm>
        </p:spPr>
        <p:txBody>
          <a:bodyPr/>
          <a:lstStyle/>
          <a:p>
            <a:fld id="{B1A24CD3-204F-4468-8EE4-28A6668D006A}" type="datetimeFigureOut">
              <a:rPr lang="en-US" smtClean="0"/>
              <a:pPr/>
              <a:t>2/25/2019</a:t>
            </a:fld>
            <a:endParaRPr lang="en-US"/>
          </a:p>
        </p:txBody>
      </p:sp>
      <p:sp>
        <p:nvSpPr>
          <p:cNvPr id="5" name="Footer Placeholder 4"/>
          <p:cNvSpPr>
            <a:spLocks noGrp="1"/>
          </p:cNvSpPr>
          <p:nvPr>
            <p:ph type="ftr" sz="quarter" idx="11"/>
          </p:nvPr>
        </p:nvSpPr>
        <p:spPr>
          <a:xfrm>
            <a:off x="174812" y="6356350"/>
            <a:ext cx="5311588" cy="365125"/>
          </a:xfrm>
        </p:spPr>
        <p:txBody>
          <a:bodyPr/>
          <a:lstStyle/>
          <a:p>
            <a:endParaRPr lang="en-US"/>
          </a:p>
        </p:txBody>
      </p:sp>
      <p:sp>
        <p:nvSpPr>
          <p:cNvPr id="6" name="Slide Number Placeholder 5"/>
          <p:cNvSpPr>
            <a:spLocks noGrp="1"/>
          </p:cNvSpPr>
          <p:nvPr>
            <p:ph type="sldNum" sz="quarter" idx="12"/>
          </p:nvPr>
        </p:nvSpPr>
        <p:spPr/>
        <p:txBody>
          <a:bodyPr/>
          <a:lstStyle/>
          <a:p>
            <a:fld id="{57AF16DE-A0D5-4438-950F-5B1E159C2C2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7" name="Rectangle 6"/>
          <p:cNvSpPr/>
          <p:nvPr/>
        </p:nvSpPr>
        <p:spPr>
          <a:xfrm>
            <a:off x="269875" y="4773706"/>
            <a:ext cx="2971800" cy="18445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720354" y="3429001"/>
            <a:ext cx="4966446" cy="1398494"/>
          </a:xfrm>
        </p:spPr>
        <p:txBody>
          <a:bodyPr anchor="b" anchorCtr="0"/>
          <a:lstStyle>
            <a:lvl1pPr algn="r">
              <a:defRPr sz="4600" b="0" cap="none" baseline="0"/>
            </a:lvl1pPr>
          </a:lstStyle>
          <a:p>
            <a:r>
              <a:rPr lang="it-IT" smtClean="0"/>
              <a:t>Click to edit Master title style</a:t>
            </a:r>
            <a:endParaRPr/>
          </a:p>
        </p:txBody>
      </p:sp>
      <p:sp>
        <p:nvSpPr>
          <p:cNvPr id="3" name="Text Placeholder 2"/>
          <p:cNvSpPr>
            <a:spLocks noGrp="1"/>
          </p:cNvSpPr>
          <p:nvPr>
            <p:ph type="body" idx="1"/>
          </p:nvPr>
        </p:nvSpPr>
        <p:spPr>
          <a:xfrm>
            <a:off x="3720354" y="4824414"/>
            <a:ext cx="4966446" cy="1320800"/>
          </a:xfrm>
        </p:spPr>
        <p:txBody>
          <a:bodyPr anchor="t" anchorCtr="0">
            <a:normAutofit/>
          </a:bodyPr>
          <a:lstStyle>
            <a:lvl1pPr marL="0" indent="0" algn="r">
              <a:spcBef>
                <a:spcPts val="0"/>
              </a:spcBef>
              <a:buNone/>
              <a:defRPr sz="16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smtClean="0"/>
              <a:t>Click to edit Master text styles</a:t>
            </a:r>
          </a:p>
        </p:txBody>
      </p:sp>
      <p:sp>
        <p:nvSpPr>
          <p:cNvPr id="6" name="Slide Number Placeholder 5"/>
          <p:cNvSpPr>
            <a:spLocks noGrp="1"/>
          </p:cNvSpPr>
          <p:nvPr>
            <p:ph type="sldNum" sz="quarter" idx="12"/>
          </p:nvPr>
        </p:nvSpPr>
        <p:spPr>
          <a:xfrm>
            <a:off x="351212" y="6104965"/>
            <a:ext cx="506506" cy="365125"/>
          </a:xfrm>
        </p:spPr>
        <p:txBody>
          <a:bodyPr/>
          <a:lstStyle/>
          <a:p>
            <a:fld id="{57AF16DE-A0D5-4438-950F-5B1E159C2C28}" type="slidenum">
              <a:rPr lang="en-US" smtClean="0"/>
              <a:pPr/>
              <a:t>‹#›</a:t>
            </a:fld>
            <a:endParaRPr lang="en-US"/>
          </a:p>
        </p:txBody>
      </p:sp>
      <p:sp>
        <p:nvSpPr>
          <p:cNvPr id="9" name="Picture Placeholder 8"/>
          <p:cNvSpPr>
            <a:spLocks noGrp="1"/>
          </p:cNvSpPr>
          <p:nvPr>
            <p:ph type="pic" sz="quarter" idx="13"/>
          </p:nvPr>
        </p:nvSpPr>
        <p:spPr>
          <a:xfrm>
            <a:off x="269874" y="268288"/>
            <a:ext cx="2971800" cy="4438650"/>
          </a:xfrm>
        </p:spPr>
        <p:txBody>
          <a:bodyPr/>
          <a:lstStyle>
            <a:lvl1pPr>
              <a:buNone/>
              <a:defRPr/>
            </a:lvl1pPr>
          </a:lstStyle>
          <a:p>
            <a:r>
              <a:rPr lang="it-IT" smtClean="0"/>
              <a:t>Drag picture to placeholder or click icon to add</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8148918" y="268288"/>
            <a:ext cx="718073"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57199" y="914400"/>
            <a:ext cx="7391401" cy="1143000"/>
          </a:xfrm>
        </p:spPr>
        <p:txBody>
          <a:bodyPr/>
          <a:lstStyle/>
          <a:p>
            <a:r>
              <a:rPr lang="it-IT" smtClean="0"/>
              <a:t>Click to edit Master title style</a:t>
            </a:r>
            <a:endParaRPr/>
          </a:p>
        </p:txBody>
      </p:sp>
      <p:sp>
        <p:nvSpPr>
          <p:cNvPr id="3" name="Content Placeholder 2"/>
          <p:cNvSpPr>
            <a:spLocks noGrp="1"/>
          </p:cNvSpPr>
          <p:nvPr>
            <p:ph sz="half" idx="1"/>
          </p:nvPr>
        </p:nvSpPr>
        <p:spPr>
          <a:xfrm>
            <a:off x="457200" y="2214563"/>
            <a:ext cx="356616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it-IT" smtClean="0"/>
              <a:t>Click to edit Master text styles</a:t>
            </a:r>
          </a:p>
          <a:p>
            <a:pPr lvl="1"/>
            <a:r>
              <a:rPr lang="it-IT" smtClean="0"/>
              <a:t>Second level</a:t>
            </a:r>
          </a:p>
          <a:p>
            <a:pPr lvl="2"/>
            <a:r>
              <a:rPr lang="it-IT" smtClean="0"/>
              <a:t>Third level</a:t>
            </a:r>
          </a:p>
          <a:p>
            <a:pPr lvl="3"/>
            <a:r>
              <a:rPr lang="it-IT" smtClean="0"/>
              <a:t>Fourth level</a:t>
            </a:r>
          </a:p>
          <a:p>
            <a:pPr lvl="4"/>
            <a:r>
              <a:rPr lang="it-IT" smtClean="0"/>
              <a:t>Fifth level</a:t>
            </a:r>
            <a:endParaRPr dirty="0"/>
          </a:p>
        </p:txBody>
      </p:sp>
      <p:sp>
        <p:nvSpPr>
          <p:cNvPr id="4" name="Content Placeholder 3"/>
          <p:cNvSpPr>
            <a:spLocks noGrp="1"/>
          </p:cNvSpPr>
          <p:nvPr>
            <p:ph sz="half" idx="2"/>
          </p:nvPr>
        </p:nvSpPr>
        <p:spPr>
          <a:xfrm>
            <a:off x="4282440" y="2214563"/>
            <a:ext cx="356616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it-IT" smtClean="0"/>
              <a:t>Click to edit Master text styles</a:t>
            </a:r>
          </a:p>
          <a:p>
            <a:pPr lvl="1"/>
            <a:r>
              <a:rPr lang="it-IT" smtClean="0"/>
              <a:t>Second level</a:t>
            </a:r>
          </a:p>
          <a:p>
            <a:pPr lvl="2"/>
            <a:r>
              <a:rPr lang="it-IT" smtClean="0"/>
              <a:t>Third level</a:t>
            </a:r>
          </a:p>
          <a:p>
            <a:pPr lvl="3"/>
            <a:r>
              <a:rPr lang="it-IT" smtClean="0"/>
              <a:t>Fourth level</a:t>
            </a:r>
          </a:p>
          <a:p>
            <a:pPr lvl="4"/>
            <a:r>
              <a:rPr lang="it-IT" smtClean="0"/>
              <a:t>Fifth level</a:t>
            </a:r>
            <a:endParaRPr dirty="0"/>
          </a:p>
        </p:txBody>
      </p:sp>
      <p:sp>
        <p:nvSpPr>
          <p:cNvPr id="5" name="Date Placeholder 4"/>
          <p:cNvSpPr>
            <a:spLocks noGrp="1"/>
          </p:cNvSpPr>
          <p:nvPr>
            <p:ph type="dt" sz="half" idx="10"/>
          </p:nvPr>
        </p:nvSpPr>
        <p:spPr/>
        <p:txBody>
          <a:bodyPr/>
          <a:lstStyle/>
          <a:p>
            <a:fld id="{B1A24CD3-204F-4468-8EE4-28A6668D006A}" type="datetimeFigureOut">
              <a:rPr lang="en-US" smtClean="0"/>
              <a:pPr/>
              <a:t>2/25/2019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AF16DE-A0D5-4438-950F-5B1E159C2C28}"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8148918" y="268288"/>
            <a:ext cx="718073"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57199" y="914400"/>
            <a:ext cx="7388352" cy="1143000"/>
          </a:xfrm>
        </p:spPr>
        <p:txBody>
          <a:bodyPr/>
          <a:lstStyle>
            <a:lvl1pPr>
              <a:defRPr/>
            </a:lvl1pPr>
          </a:lstStyle>
          <a:p>
            <a:r>
              <a:rPr lang="it-IT" smtClean="0"/>
              <a:t>Click to edit Master title style</a:t>
            </a:r>
            <a:endParaRPr/>
          </a:p>
        </p:txBody>
      </p:sp>
      <p:sp>
        <p:nvSpPr>
          <p:cNvPr id="3" name="Text Placeholder 2"/>
          <p:cNvSpPr>
            <a:spLocks noGrp="1"/>
          </p:cNvSpPr>
          <p:nvPr>
            <p:ph type="body" idx="1"/>
          </p:nvPr>
        </p:nvSpPr>
        <p:spPr>
          <a:xfrm>
            <a:off x="457200" y="2054132"/>
            <a:ext cx="3566160" cy="639762"/>
          </a:xfrm>
        </p:spPr>
        <p:txBody>
          <a:bodyPr anchor="b">
            <a:noAutofit/>
          </a:bodyPr>
          <a:lstStyle>
            <a:lvl1pPr marL="0" indent="0" algn="ctr">
              <a:spcBef>
                <a:spcPct val="0"/>
              </a:spcBef>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smtClean="0"/>
              <a:t>Click to edit Master text styles</a:t>
            </a:r>
          </a:p>
        </p:txBody>
      </p:sp>
      <p:sp>
        <p:nvSpPr>
          <p:cNvPr id="4" name="Content Placeholder 3"/>
          <p:cNvSpPr>
            <a:spLocks noGrp="1"/>
          </p:cNvSpPr>
          <p:nvPr>
            <p:ph sz="half" idx="2"/>
          </p:nvPr>
        </p:nvSpPr>
        <p:spPr>
          <a:xfrm>
            <a:off x="457200" y="2689411"/>
            <a:ext cx="3566160" cy="3436751"/>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it-IT" smtClean="0"/>
              <a:t>Click to edit Master text styles</a:t>
            </a:r>
          </a:p>
          <a:p>
            <a:pPr lvl="1"/>
            <a:r>
              <a:rPr lang="it-IT" smtClean="0"/>
              <a:t>Second level</a:t>
            </a:r>
          </a:p>
          <a:p>
            <a:pPr lvl="2"/>
            <a:r>
              <a:rPr lang="it-IT" smtClean="0"/>
              <a:t>Third level</a:t>
            </a:r>
          </a:p>
          <a:p>
            <a:pPr lvl="3"/>
            <a:r>
              <a:rPr lang="it-IT" smtClean="0"/>
              <a:t>Fourth level</a:t>
            </a:r>
          </a:p>
          <a:p>
            <a:pPr lvl="4"/>
            <a:r>
              <a:rPr lang="it-IT" smtClean="0"/>
              <a:t>Fifth level</a:t>
            </a:r>
            <a:endParaRPr dirty="0"/>
          </a:p>
        </p:txBody>
      </p:sp>
      <p:sp>
        <p:nvSpPr>
          <p:cNvPr id="5" name="Text Placeholder 4"/>
          <p:cNvSpPr>
            <a:spLocks noGrp="1"/>
          </p:cNvSpPr>
          <p:nvPr>
            <p:ph type="body" sz="quarter" idx="3"/>
          </p:nvPr>
        </p:nvSpPr>
        <p:spPr>
          <a:xfrm>
            <a:off x="4279391" y="2054132"/>
            <a:ext cx="3566160" cy="639762"/>
          </a:xfrm>
        </p:spPr>
        <p:txBody>
          <a:bodyPr anchor="b">
            <a:noAutofit/>
          </a:bodyPr>
          <a:lstStyle>
            <a:lvl1pPr marL="0" indent="0" algn="ctr">
              <a:spcBef>
                <a:spcPct val="0"/>
              </a:spcBef>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smtClean="0"/>
              <a:t>Click to edit Master text styles</a:t>
            </a:r>
          </a:p>
        </p:txBody>
      </p:sp>
      <p:sp>
        <p:nvSpPr>
          <p:cNvPr id="6" name="Content Placeholder 5"/>
          <p:cNvSpPr>
            <a:spLocks noGrp="1"/>
          </p:cNvSpPr>
          <p:nvPr>
            <p:ph sz="quarter" idx="4"/>
          </p:nvPr>
        </p:nvSpPr>
        <p:spPr>
          <a:xfrm>
            <a:off x="4279391" y="2689411"/>
            <a:ext cx="3566160" cy="3436751"/>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it-IT" smtClean="0"/>
              <a:t>Click to edit Master text styles</a:t>
            </a:r>
          </a:p>
          <a:p>
            <a:pPr lvl="1"/>
            <a:r>
              <a:rPr lang="it-IT" smtClean="0"/>
              <a:t>Second level</a:t>
            </a:r>
          </a:p>
          <a:p>
            <a:pPr lvl="2"/>
            <a:r>
              <a:rPr lang="it-IT" smtClean="0"/>
              <a:t>Third level</a:t>
            </a:r>
          </a:p>
          <a:p>
            <a:pPr lvl="3"/>
            <a:r>
              <a:rPr lang="it-IT" smtClean="0"/>
              <a:t>Fourth level</a:t>
            </a:r>
          </a:p>
          <a:p>
            <a:pPr lvl="4"/>
            <a:r>
              <a:rPr lang="it-IT" smtClean="0"/>
              <a:t>Fifth level</a:t>
            </a:r>
            <a:endParaRPr dirty="0"/>
          </a:p>
        </p:txBody>
      </p:sp>
      <p:sp>
        <p:nvSpPr>
          <p:cNvPr id="7" name="Date Placeholder 6"/>
          <p:cNvSpPr>
            <a:spLocks noGrp="1"/>
          </p:cNvSpPr>
          <p:nvPr>
            <p:ph type="dt" sz="half" idx="10"/>
          </p:nvPr>
        </p:nvSpPr>
        <p:spPr/>
        <p:txBody>
          <a:bodyPr/>
          <a:lstStyle/>
          <a:p>
            <a:fld id="{B1A24CD3-204F-4468-8EE4-28A6668D006A}" type="datetimeFigureOut">
              <a:rPr lang="en-US" smtClean="0"/>
              <a:pPr/>
              <a:t>2/25/2019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7AF16DE-A0D5-4438-950F-5B1E159C2C28}"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8" name="Rectangle 7"/>
          <p:cNvSpPr/>
          <p:nvPr/>
        </p:nvSpPr>
        <p:spPr>
          <a:xfrm>
            <a:off x="8148918" y="268288"/>
            <a:ext cx="718073"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57199" y="914400"/>
            <a:ext cx="7391401" cy="1143000"/>
          </a:xfrm>
        </p:spPr>
        <p:txBody>
          <a:bodyPr/>
          <a:lstStyle/>
          <a:p>
            <a:r>
              <a:rPr lang="it-IT" smtClean="0"/>
              <a:t>Click to edit Master title style</a:t>
            </a:r>
            <a:endParaRPr/>
          </a:p>
        </p:txBody>
      </p:sp>
      <p:sp>
        <p:nvSpPr>
          <p:cNvPr id="3" name="Content Placeholder 2"/>
          <p:cNvSpPr>
            <a:spLocks noGrp="1"/>
          </p:cNvSpPr>
          <p:nvPr>
            <p:ph sz="half" idx="1"/>
          </p:nvPr>
        </p:nvSpPr>
        <p:spPr>
          <a:xfrm>
            <a:off x="457199" y="2214562"/>
            <a:ext cx="7396163"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it-IT" smtClean="0"/>
              <a:t>Click to edit Master text styles</a:t>
            </a:r>
          </a:p>
          <a:p>
            <a:pPr lvl="1"/>
            <a:r>
              <a:rPr lang="it-IT" smtClean="0"/>
              <a:t>Second level</a:t>
            </a:r>
          </a:p>
          <a:p>
            <a:pPr lvl="2"/>
            <a:r>
              <a:rPr lang="it-IT" smtClean="0"/>
              <a:t>Third level</a:t>
            </a:r>
          </a:p>
          <a:p>
            <a:pPr lvl="3"/>
            <a:r>
              <a:rPr lang="it-IT" smtClean="0"/>
              <a:t>Fourth level</a:t>
            </a:r>
          </a:p>
          <a:p>
            <a:pPr lvl="4"/>
            <a:r>
              <a:rPr lang="it-IT" smtClean="0"/>
              <a:t>Fifth level</a:t>
            </a:r>
            <a:endParaRPr dirty="0"/>
          </a:p>
        </p:txBody>
      </p:sp>
      <p:sp>
        <p:nvSpPr>
          <p:cNvPr id="5" name="Date Placeholder 4"/>
          <p:cNvSpPr>
            <a:spLocks noGrp="1"/>
          </p:cNvSpPr>
          <p:nvPr>
            <p:ph type="dt" sz="half" idx="10"/>
          </p:nvPr>
        </p:nvSpPr>
        <p:spPr/>
        <p:txBody>
          <a:bodyPr/>
          <a:lstStyle/>
          <a:p>
            <a:fld id="{B1A24CD3-204F-4468-8EE4-28A6668D006A}" type="datetimeFigureOut">
              <a:rPr lang="en-US" smtClean="0"/>
              <a:pPr/>
              <a:t>2/25/2019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AF16DE-A0D5-4438-950F-5B1E159C2C28}" type="slidenum">
              <a:rPr lang="en-US" smtClean="0"/>
              <a:pPr/>
              <a:t>‹#›</a:t>
            </a:fld>
            <a:endParaRPr lang="en-US"/>
          </a:p>
        </p:txBody>
      </p:sp>
      <p:sp>
        <p:nvSpPr>
          <p:cNvPr id="9" name="Content Placeholder 2"/>
          <p:cNvSpPr>
            <a:spLocks noGrp="1"/>
          </p:cNvSpPr>
          <p:nvPr>
            <p:ph sz="half" idx="13"/>
          </p:nvPr>
        </p:nvSpPr>
        <p:spPr>
          <a:xfrm>
            <a:off x="457199" y="4224973"/>
            <a:ext cx="7396163"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it-IT" smtClean="0"/>
              <a:t>Click to edit Master text styles</a:t>
            </a:r>
          </a:p>
          <a:p>
            <a:pPr lvl="1"/>
            <a:r>
              <a:rPr lang="it-IT" smtClean="0"/>
              <a:t>Second level</a:t>
            </a:r>
          </a:p>
          <a:p>
            <a:pPr lvl="2"/>
            <a:r>
              <a:rPr lang="it-IT" smtClean="0"/>
              <a:t>Third level</a:t>
            </a:r>
          </a:p>
          <a:p>
            <a:pPr lvl="3"/>
            <a:r>
              <a:rPr lang="it-IT" smtClean="0"/>
              <a:t>Fourth level</a:t>
            </a:r>
          </a:p>
          <a:p>
            <a:pPr lvl="4"/>
            <a:r>
              <a:rPr lang="it-IT" smtClean="0"/>
              <a:t>Fifth level</a:t>
            </a:r>
            <a:endParaRPr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8" name="Rectangle 7"/>
          <p:cNvSpPr/>
          <p:nvPr/>
        </p:nvSpPr>
        <p:spPr>
          <a:xfrm>
            <a:off x="8148918" y="268288"/>
            <a:ext cx="718073"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57199" y="914400"/>
            <a:ext cx="7391401" cy="1143000"/>
          </a:xfrm>
        </p:spPr>
        <p:txBody>
          <a:bodyPr/>
          <a:lstStyle/>
          <a:p>
            <a:r>
              <a:rPr lang="it-IT" smtClean="0"/>
              <a:t>Click to edit Master title style</a:t>
            </a:r>
            <a:endParaRPr/>
          </a:p>
        </p:txBody>
      </p:sp>
      <p:sp>
        <p:nvSpPr>
          <p:cNvPr id="3" name="Content Placeholder 2"/>
          <p:cNvSpPr>
            <a:spLocks noGrp="1"/>
          </p:cNvSpPr>
          <p:nvPr>
            <p:ph sz="half" idx="1"/>
          </p:nvPr>
        </p:nvSpPr>
        <p:spPr>
          <a:xfrm>
            <a:off x="4282440" y="2214562"/>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it-IT" smtClean="0"/>
              <a:t>Click to edit Master text styles</a:t>
            </a:r>
          </a:p>
          <a:p>
            <a:pPr lvl="1"/>
            <a:r>
              <a:rPr lang="it-IT" smtClean="0"/>
              <a:t>Second level</a:t>
            </a:r>
          </a:p>
          <a:p>
            <a:pPr lvl="2"/>
            <a:r>
              <a:rPr lang="it-IT" smtClean="0"/>
              <a:t>Third level</a:t>
            </a:r>
          </a:p>
          <a:p>
            <a:pPr lvl="3"/>
            <a:r>
              <a:rPr lang="it-IT" smtClean="0"/>
              <a:t>Fourth level</a:t>
            </a:r>
          </a:p>
          <a:p>
            <a:pPr lvl="4"/>
            <a:r>
              <a:rPr lang="it-IT" smtClean="0"/>
              <a:t>Fifth level</a:t>
            </a:r>
            <a:endParaRPr dirty="0"/>
          </a:p>
        </p:txBody>
      </p:sp>
      <p:sp>
        <p:nvSpPr>
          <p:cNvPr id="5" name="Date Placeholder 4"/>
          <p:cNvSpPr>
            <a:spLocks noGrp="1"/>
          </p:cNvSpPr>
          <p:nvPr>
            <p:ph type="dt" sz="half" idx="10"/>
          </p:nvPr>
        </p:nvSpPr>
        <p:spPr/>
        <p:txBody>
          <a:bodyPr/>
          <a:lstStyle/>
          <a:p>
            <a:fld id="{B1A24CD3-204F-4468-8EE4-28A6668D006A}" type="datetimeFigureOut">
              <a:rPr lang="en-US" smtClean="0"/>
              <a:pPr/>
              <a:t>2/25/2019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AF16DE-A0D5-4438-950F-5B1E159C2C28}" type="slidenum">
              <a:rPr lang="en-US" smtClean="0"/>
              <a:pPr/>
              <a:t>‹#›</a:t>
            </a:fld>
            <a:endParaRPr lang="en-US"/>
          </a:p>
        </p:txBody>
      </p:sp>
      <p:sp>
        <p:nvSpPr>
          <p:cNvPr id="9" name="Content Placeholder 2"/>
          <p:cNvSpPr>
            <a:spLocks noGrp="1"/>
          </p:cNvSpPr>
          <p:nvPr>
            <p:ph sz="half" idx="13"/>
          </p:nvPr>
        </p:nvSpPr>
        <p:spPr>
          <a:xfrm>
            <a:off x="4282440" y="4224973"/>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it-IT" smtClean="0"/>
              <a:t>Click to edit Master text styles</a:t>
            </a:r>
          </a:p>
          <a:p>
            <a:pPr lvl="1"/>
            <a:r>
              <a:rPr lang="it-IT" smtClean="0"/>
              <a:t>Second level</a:t>
            </a:r>
          </a:p>
          <a:p>
            <a:pPr lvl="2"/>
            <a:r>
              <a:rPr lang="it-IT" smtClean="0"/>
              <a:t>Third level</a:t>
            </a:r>
          </a:p>
          <a:p>
            <a:pPr lvl="3"/>
            <a:r>
              <a:rPr lang="it-IT" smtClean="0"/>
              <a:t>Fourth level</a:t>
            </a:r>
          </a:p>
          <a:p>
            <a:pPr lvl="4"/>
            <a:r>
              <a:rPr lang="it-IT" smtClean="0"/>
              <a:t>Fifth level</a:t>
            </a:r>
            <a:endParaRPr dirty="0"/>
          </a:p>
        </p:txBody>
      </p:sp>
      <p:sp>
        <p:nvSpPr>
          <p:cNvPr id="10" name="Content Placeholder 2"/>
          <p:cNvSpPr>
            <a:spLocks noGrp="1"/>
          </p:cNvSpPr>
          <p:nvPr>
            <p:ph sz="half" idx="14"/>
          </p:nvPr>
        </p:nvSpPr>
        <p:spPr>
          <a:xfrm>
            <a:off x="457200" y="2214563"/>
            <a:ext cx="356616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it-IT" smtClean="0"/>
              <a:t>Click to edit Master text styles</a:t>
            </a:r>
          </a:p>
          <a:p>
            <a:pPr lvl="1"/>
            <a:r>
              <a:rPr lang="it-IT" smtClean="0"/>
              <a:t>Second level</a:t>
            </a:r>
          </a:p>
          <a:p>
            <a:pPr lvl="2"/>
            <a:r>
              <a:rPr lang="it-IT" smtClean="0"/>
              <a:t>Third level</a:t>
            </a:r>
          </a:p>
          <a:p>
            <a:pPr lvl="3"/>
            <a:r>
              <a:rPr lang="it-IT" smtClean="0"/>
              <a:t>Fourth level</a:t>
            </a:r>
          </a:p>
          <a:p>
            <a:pPr lvl="4"/>
            <a:r>
              <a:rPr lang="it-IT" smtClean="0"/>
              <a:t>Fifth level</a:t>
            </a:r>
            <a:endParaRPr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8" name="Rectangle 7"/>
          <p:cNvSpPr/>
          <p:nvPr/>
        </p:nvSpPr>
        <p:spPr>
          <a:xfrm>
            <a:off x="8148918" y="268288"/>
            <a:ext cx="718073"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57199" y="914400"/>
            <a:ext cx="7391401" cy="1143000"/>
          </a:xfrm>
        </p:spPr>
        <p:txBody>
          <a:bodyPr/>
          <a:lstStyle/>
          <a:p>
            <a:r>
              <a:rPr lang="it-IT" smtClean="0"/>
              <a:t>Click to edit Master title style</a:t>
            </a:r>
            <a:endParaRPr/>
          </a:p>
        </p:txBody>
      </p:sp>
      <p:sp>
        <p:nvSpPr>
          <p:cNvPr id="3" name="Content Placeholder 2"/>
          <p:cNvSpPr>
            <a:spLocks noGrp="1"/>
          </p:cNvSpPr>
          <p:nvPr>
            <p:ph sz="half" idx="1"/>
          </p:nvPr>
        </p:nvSpPr>
        <p:spPr>
          <a:xfrm>
            <a:off x="4282440" y="2214562"/>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it-IT" smtClean="0"/>
              <a:t>Click to edit Master text styles</a:t>
            </a:r>
          </a:p>
          <a:p>
            <a:pPr lvl="1"/>
            <a:r>
              <a:rPr lang="it-IT" smtClean="0"/>
              <a:t>Second level</a:t>
            </a:r>
          </a:p>
          <a:p>
            <a:pPr lvl="2"/>
            <a:r>
              <a:rPr lang="it-IT" smtClean="0"/>
              <a:t>Third level</a:t>
            </a:r>
          </a:p>
          <a:p>
            <a:pPr lvl="3"/>
            <a:r>
              <a:rPr lang="it-IT" smtClean="0"/>
              <a:t>Fourth level</a:t>
            </a:r>
          </a:p>
          <a:p>
            <a:pPr lvl="4"/>
            <a:r>
              <a:rPr lang="it-IT" smtClean="0"/>
              <a:t>Fifth level</a:t>
            </a:r>
            <a:endParaRPr dirty="0"/>
          </a:p>
        </p:txBody>
      </p:sp>
      <p:sp>
        <p:nvSpPr>
          <p:cNvPr id="5" name="Date Placeholder 4"/>
          <p:cNvSpPr>
            <a:spLocks noGrp="1"/>
          </p:cNvSpPr>
          <p:nvPr>
            <p:ph type="dt" sz="half" idx="10"/>
          </p:nvPr>
        </p:nvSpPr>
        <p:spPr/>
        <p:txBody>
          <a:bodyPr/>
          <a:lstStyle/>
          <a:p>
            <a:fld id="{B1A24CD3-204F-4468-8EE4-28A6668D006A}" type="datetimeFigureOut">
              <a:rPr lang="en-US" smtClean="0"/>
              <a:pPr/>
              <a:t>2/25/2019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AF16DE-A0D5-4438-950F-5B1E159C2C28}" type="slidenum">
              <a:rPr lang="en-US" smtClean="0"/>
              <a:pPr/>
              <a:t>‹#›</a:t>
            </a:fld>
            <a:endParaRPr lang="en-US"/>
          </a:p>
        </p:txBody>
      </p:sp>
      <p:sp>
        <p:nvSpPr>
          <p:cNvPr id="9" name="Content Placeholder 2"/>
          <p:cNvSpPr>
            <a:spLocks noGrp="1"/>
          </p:cNvSpPr>
          <p:nvPr>
            <p:ph sz="half" idx="13"/>
          </p:nvPr>
        </p:nvSpPr>
        <p:spPr>
          <a:xfrm>
            <a:off x="4282440" y="4224973"/>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it-IT" smtClean="0"/>
              <a:t>Click to edit Master text styles</a:t>
            </a:r>
          </a:p>
          <a:p>
            <a:pPr lvl="1"/>
            <a:r>
              <a:rPr lang="it-IT" smtClean="0"/>
              <a:t>Second level</a:t>
            </a:r>
          </a:p>
          <a:p>
            <a:pPr lvl="2"/>
            <a:r>
              <a:rPr lang="it-IT" smtClean="0"/>
              <a:t>Third level</a:t>
            </a:r>
          </a:p>
          <a:p>
            <a:pPr lvl="3"/>
            <a:r>
              <a:rPr lang="it-IT" smtClean="0"/>
              <a:t>Fourth level</a:t>
            </a:r>
          </a:p>
          <a:p>
            <a:pPr lvl="4"/>
            <a:r>
              <a:rPr lang="it-IT" smtClean="0"/>
              <a:t>Fifth level</a:t>
            </a:r>
            <a:endParaRPr dirty="0"/>
          </a:p>
        </p:txBody>
      </p:sp>
      <p:sp>
        <p:nvSpPr>
          <p:cNvPr id="11" name="Content Placeholder 2"/>
          <p:cNvSpPr>
            <a:spLocks noGrp="1"/>
          </p:cNvSpPr>
          <p:nvPr>
            <p:ph sz="half" idx="14"/>
          </p:nvPr>
        </p:nvSpPr>
        <p:spPr>
          <a:xfrm>
            <a:off x="457200" y="2214562"/>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it-IT" smtClean="0"/>
              <a:t>Click to edit Master text styles</a:t>
            </a:r>
          </a:p>
          <a:p>
            <a:pPr lvl="1"/>
            <a:r>
              <a:rPr lang="it-IT" smtClean="0"/>
              <a:t>Second level</a:t>
            </a:r>
          </a:p>
          <a:p>
            <a:pPr lvl="2"/>
            <a:r>
              <a:rPr lang="it-IT" smtClean="0"/>
              <a:t>Third level</a:t>
            </a:r>
          </a:p>
          <a:p>
            <a:pPr lvl="3"/>
            <a:r>
              <a:rPr lang="it-IT" smtClean="0"/>
              <a:t>Fourth level</a:t>
            </a:r>
          </a:p>
          <a:p>
            <a:pPr lvl="4"/>
            <a:r>
              <a:rPr lang="it-IT" smtClean="0"/>
              <a:t>Fifth level</a:t>
            </a:r>
            <a:endParaRPr dirty="0"/>
          </a:p>
        </p:txBody>
      </p:sp>
      <p:sp>
        <p:nvSpPr>
          <p:cNvPr id="12" name="Content Placeholder 2"/>
          <p:cNvSpPr>
            <a:spLocks noGrp="1"/>
          </p:cNvSpPr>
          <p:nvPr>
            <p:ph sz="half" idx="15"/>
          </p:nvPr>
        </p:nvSpPr>
        <p:spPr>
          <a:xfrm>
            <a:off x="457200" y="4224973"/>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it-IT" smtClean="0"/>
              <a:t>Click to edit Master text styles</a:t>
            </a:r>
          </a:p>
          <a:p>
            <a:pPr lvl="1"/>
            <a:r>
              <a:rPr lang="it-IT" smtClean="0"/>
              <a:t>Second level</a:t>
            </a:r>
          </a:p>
          <a:p>
            <a:pPr lvl="2"/>
            <a:r>
              <a:rPr lang="it-IT" smtClean="0"/>
              <a:t>Third level</a:t>
            </a:r>
          </a:p>
          <a:p>
            <a:pPr lvl="3"/>
            <a:r>
              <a:rPr lang="it-IT" smtClean="0"/>
              <a:t>Fourth level</a:t>
            </a:r>
          </a:p>
          <a:p>
            <a:pPr lvl="4"/>
            <a:r>
              <a:rPr lang="it-IT" smtClean="0"/>
              <a:t>Fifth level</a:t>
            </a:r>
            <a:endParaRPr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8148918" y="268288"/>
            <a:ext cx="718073"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p:txBody>
          <a:bodyPr/>
          <a:lstStyle/>
          <a:p>
            <a:r>
              <a:rPr lang="it-IT" smtClean="0"/>
              <a:t>Click to edit Master title style</a:t>
            </a:r>
            <a:endParaRPr/>
          </a:p>
        </p:txBody>
      </p:sp>
      <p:sp>
        <p:nvSpPr>
          <p:cNvPr id="3" name="Date Placeholder 2"/>
          <p:cNvSpPr>
            <a:spLocks noGrp="1"/>
          </p:cNvSpPr>
          <p:nvPr>
            <p:ph type="dt" sz="half" idx="10"/>
          </p:nvPr>
        </p:nvSpPr>
        <p:spPr/>
        <p:txBody>
          <a:bodyPr/>
          <a:lstStyle/>
          <a:p>
            <a:fld id="{B1A24CD3-204F-4468-8EE4-28A6668D006A}" type="datetimeFigureOut">
              <a:rPr lang="en-US" smtClean="0"/>
              <a:pPr/>
              <a:t>2/25/2019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7AF16DE-A0D5-4438-950F-5B1E159C2C28}"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p:nvSpPr>
        <p:spPr>
          <a:xfrm>
            <a:off x="8148918" y="268288"/>
            <a:ext cx="718073" cy="566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Date Placeholder 1"/>
          <p:cNvSpPr>
            <a:spLocks noGrp="1"/>
          </p:cNvSpPr>
          <p:nvPr>
            <p:ph type="dt" sz="half" idx="10"/>
          </p:nvPr>
        </p:nvSpPr>
        <p:spPr/>
        <p:txBody>
          <a:bodyPr/>
          <a:lstStyle/>
          <a:p>
            <a:fld id="{B1A24CD3-204F-4468-8EE4-28A6668D006A}" type="datetimeFigureOut">
              <a:rPr lang="en-US" smtClean="0"/>
              <a:pPr/>
              <a:t>2/25/2019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7AF16DE-A0D5-4438-950F-5B1E159C2C28}" type="slidenum">
              <a:rPr lang="en-US" smtClean="0"/>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8148918" y="268288"/>
            <a:ext cx="718073" cy="566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57199" y="995082"/>
            <a:ext cx="3566160" cy="1035424"/>
          </a:xfrm>
        </p:spPr>
        <p:txBody>
          <a:bodyPr anchor="b"/>
          <a:lstStyle>
            <a:lvl1pPr algn="l">
              <a:defRPr sz="2800" b="0"/>
            </a:lvl1pPr>
          </a:lstStyle>
          <a:p>
            <a:r>
              <a:rPr lang="it-IT" smtClean="0"/>
              <a:t>Click to edit Master title style</a:t>
            </a:r>
            <a:endParaRPr/>
          </a:p>
        </p:txBody>
      </p:sp>
      <p:sp>
        <p:nvSpPr>
          <p:cNvPr id="3" name="Content Placeholder 2"/>
          <p:cNvSpPr>
            <a:spLocks noGrp="1"/>
          </p:cNvSpPr>
          <p:nvPr>
            <p:ph idx="1"/>
          </p:nvPr>
        </p:nvSpPr>
        <p:spPr>
          <a:xfrm>
            <a:off x="4762052" y="990600"/>
            <a:ext cx="3566160" cy="51355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it-IT" smtClean="0"/>
              <a:t>Click to edit Master text styles</a:t>
            </a:r>
          </a:p>
          <a:p>
            <a:pPr lvl="1"/>
            <a:r>
              <a:rPr lang="it-IT" smtClean="0"/>
              <a:t>Second level</a:t>
            </a:r>
          </a:p>
          <a:p>
            <a:pPr lvl="2"/>
            <a:r>
              <a:rPr lang="it-IT" smtClean="0"/>
              <a:t>Third level</a:t>
            </a:r>
          </a:p>
          <a:p>
            <a:pPr lvl="3"/>
            <a:r>
              <a:rPr lang="it-IT" smtClean="0"/>
              <a:t>Fourth level</a:t>
            </a:r>
          </a:p>
          <a:p>
            <a:pPr lvl="4"/>
            <a:r>
              <a:rPr lang="it-IT" smtClean="0"/>
              <a:t>Fifth level</a:t>
            </a:r>
            <a:endParaRPr dirty="0"/>
          </a:p>
        </p:txBody>
      </p:sp>
      <p:sp>
        <p:nvSpPr>
          <p:cNvPr id="4" name="Text Placeholder 3"/>
          <p:cNvSpPr>
            <a:spLocks noGrp="1"/>
          </p:cNvSpPr>
          <p:nvPr>
            <p:ph type="body" sz="half" idx="2"/>
          </p:nvPr>
        </p:nvSpPr>
        <p:spPr>
          <a:xfrm>
            <a:off x="457199" y="2057400"/>
            <a:ext cx="3566160" cy="3657601"/>
          </a:xfrm>
        </p:spPr>
        <p:txBody>
          <a:bodyPr>
            <a:normAutofit/>
          </a:bodyPr>
          <a:lstStyle>
            <a:lvl1pPr marL="0" indent="0">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smtClean="0"/>
              <a:t>Click to edit Master text styles</a:t>
            </a:r>
          </a:p>
        </p:txBody>
      </p:sp>
      <p:sp>
        <p:nvSpPr>
          <p:cNvPr id="5" name="Date Placeholder 4"/>
          <p:cNvSpPr>
            <a:spLocks noGrp="1"/>
          </p:cNvSpPr>
          <p:nvPr>
            <p:ph type="dt" sz="half" idx="10"/>
          </p:nvPr>
        </p:nvSpPr>
        <p:spPr/>
        <p:txBody>
          <a:bodyPr/>
          <a:lstStyle/>
          <a:p>
            <a:fld id="{B1A24CD3-204F-4468-8EE4-28A6668D006A}" type="datetimeFigureOut">
              <a:rPr lang="en-US" smtClean="0"/>
              <a:pPr/>
              <a:t>2/25/2019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AF16DE-A0D5-4438-950F-5B1E159C2C28}" type="slidenum">
              <a:rPr lang="en-US" smtClean="0"/>
              <a:pPr/>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8" name="Rectangle 7"/>
          <p:cNvSpPr/>
          <p:nvPr/>
        </p:nvSpPr>
        <p:spPr>
          <a:xfrm>
            <a:off x="4746811" y="268288"/>
            <a:ext cx="4114800" cy="566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57199" y="995082"/>
            <a:ext cx="3566160" cy="1035424"/>
          </a:xfrm>
        </p:spPr>
        <p:txBody>
          <a:bodyPr anchor="b"/>
          <a:lstStyle>
            <a:lvl1pPr algn="l">
              <a:defRPr sz="2800" b="0"/>
            </a:lvl1pPr>
          </a:lstStyle>
          <a:p>
            <a:r>
              <a:rPr lang="it-IT" smtClean="0"/>
              <a:t>Click to edit Master title style</a:t>
            </a:r>
            <a:endParaRPr/>
          </a:p>
        </p:txBody>
      </p:sp>
      <p:sp>
        <p:nvSpPr>
          <p:cNvPr id="4" name="Text Placeholder 3"/>
          <p:cNvSpPr>
            <a:spLocks noGrp="1"/>
          </p:cNvSpPr>
          <p:nvPr>
            <p:ph type="body" sz="half" idx="2"/>
          </p:nvPr>
        </p:nvSpPr>
        <p:spPr>
          <a:xfrm>
            <a:off x="457199" y="2057400"/>
            <a:ext cx="3566160" cy="3657601"/>
          </a:xfrm>
        </p:spPr>
        <p:txBody>
          <a:bodyPr>
            <a:normAutofit/>
          </a:bodyPr>
          <a:lstStyle>
            <a:lvl1pPr marL="0" indent="0">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smtClean="0"/>
              <a:t>Click to edit Master text styles</a:t>
            </a:r>
          </a:p>
        </p:txBody>
      </p:sp>
      <p:sp>
        <p:nvSpPr>
          <p:cNvPr id="5" name="Date Placeholder 4"/>
          <p:cNvSpPr>
            <a:spLocks noGrp="1"/>
          </p:cNvSpPr>
          <p:nvPr>
            <p:ph type="dt" sz="half" idx="10"/>
          </p:nvPr>
        </p:nvSpPr>
        <p:spPr>
          <a:xfrm>
            <a:off x="161365" y="6124014"/>
            <a:ext cx="1752600" cy="365125"/>
          </a:xfrm>
        </p:spPr>
        <p:txBody>
          <a:bodyPr/>
          <a:lstStyle>
            <a:lvl1pPr algn="l">
              <a:defRPr/>
            </a:lvl1pPr>
          </a:lstStyle>
          <a:p>
            <a:fld id="{B1A24CD3-204F-4468-8EE4-28A6668D006A}" type="datetimeFigureOut">
              <a:rPr lang="en-US" smtClean="0"/>
              <a:pPr/>
              <a:t>2/25/2019</a:t>
            </a:fld>
            <a:endParaRPr lang="en-US"/>
          </a:p>
        </p:txBody>
      </p:sp>
      <p:sp>
        <p:nvSpPr>
          <p:cNvPr id="6" name="Footer Placeholder 5"/>
          <p:cNvSpPr>
            <a:spLocks noGrp="1"/>
          </p:cNvSpPr>
          <p:nvPr>
            <p:ph type="ftr" sz="quarter" idx="11"/>
          </p:nvPr>
        </p:nvSpPr>
        <p:spPr>
          <a:xfrm>
            <a:off x="174812" y="6356350"/>
            <a:ext cx="3863788" cy="365125"/>
          </a:xfrm>
        </p:spPr>
        <p:txBody>
          <a:bodyPr/>
          <a:lstStyle/>
          <a:p>
            <a:endParaRPr lang="en-US"/>
          </a:p>
        </p:txBody>
      </p:sp>
      <p:sp>
        <p:nvSpPr>
          <p:cNvPr id="7" name="Slide Number Placeholder 6"/>
          <p:cNvSpPr>
            <a:spLocks noGrp="1"/>
          </p:cNvSpPr>
          <p:nvPr>
            <p:ph type="sldNum" sz="quarter" idx="12"/>
          </p:nvPr>
        </p:nvSpPr>
        <p:spPr/>
        <p:txBody>
          <a:bodyPr/>
          <a:lstStyle/>
          <a:p>
            <a:fld id="{57AF16DE-A0D5-4438-950F-5B1E159C2C28}" type="slidenum">
              <a:rPr lang="en-US" smtClean="0"/>
              <a:pPr/>
              <a:t>‹#›</a:t>
            </a:fld>
            <a:endParaRPr lang="en-US"/>
          </a:p>
        </p:txBody>
      </p:sp>
      <p:sp>
        <p:nvSpPr>
          <p:cNvPr id="10" name="Picture Placeholder 9"/>
          <p:cNvSpPr>
            <a:spLocks noGrp="1"/>
          </p:cNvSpPr>
          <p:nvPr>
            <p:ph type="pic" sz="quarter" idx="13"/>
          </p:nvPr>
        </p:nvSpPr>
        <p:spPr>
          <a:xfrm>
            <a:off x="4760258" y="990600"/>
            <a:ext cx="4096512" cy="5611813"/>
          </a:xfrm>
        </p:spPr>
        <p:txBody>
          <a:bodyPr/>
          <a:lstStyle>
            <a:lvl1pPr>
              <a:buNone/>
              <a:defRPr/>
            </a:lvl1pPr>
          </a:lstStyle>
          <a:p>
            <a:r>
              <a:rPr lang="it-IT" smtClean="0"/>
              <a:t>Drag picture to placeholder or click icon to add</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sp>
        <p:nvSpPr>
          <p:cNvPr id="8" name="Rectangle 7"/>
          <p:cNvSpPr/>
          <p:nvPr/>
        </p:nvSpPr>
        <p:spPr>
          <a:xfrm>
            <a:off x="7216775" y="268288"/>
            <a:ext cx="1639457" cy="363931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58788" y="4267200"/>
            <a:ext cx="6477000" cy="566738"/>
          </a:xfrm>
        </p:spPr>
        <p:txBody>
          <a:bodyPr anchor="b"/>
          <a:lstStyle>
            <a:lvl1pPr algn="l">
              <a:defRPr sz="2800" b="0"/>
            </a:lvl1pPr>
          </a:lstStyle>
          <a:p>
            <a:r>
              <a:rPr lang="it-IT" smtClean="0"/>
              <a:t>Click to edit Master title style</a:t>
            </a:r>
            <a:endParaRPr/>
          </a:p>
        </p:txBody>
      </p:sp>
      <p:sp>
        <p:nvSpPr>
          <p:cNvPr id="3" name="Picture Placeholder 2"/>
          <p:cNvSpPr>
            <a:spLocks noGrp="1"/>
          </p:cNvSpPr>
          <p:nvPr>
            <p:ph type="pic" idx="1"/>
          </p:nvPr>
        </p:nvSpPr>
        <p:spPr>
          <a:xfrm>
            <a:off x="269874" y="268288"/>
            <a:ext cx="6858000" cy="363931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it-IT" smtClean="0"/>
              <a:t>Drag picture to placeholder or click icon to add</a:t>
            </a:r>
            <a:endParaRPr/>
          </a:p>
        </p:txBody>
      </p:sp>
      <p:sp>
        <p:nvSpPr>
          <p:cNvPr id="4" name="Text Placeholder 3"/>
          <p:cNvSpPr>
            <a:spLocks noGrp="1"/>
          </p:cNvSpPr>
          <p:nvPr>
            <p:ph type="body" sz="half" idx="2"/>
          </p:nvPr>
        </p:nvSpPr>
        <p:spPr>
          <a:xfrm>
            <a:off x="458788" y="4840941"/>
            <a:ext cx="6475412" cy="1304271"/>
          </a:xfrm>
        </p:spPr>
        <p:txBody>
          <a:bodyPr>
            <a:normAutofit/>
          </a:bodyPr>
          <a:lstStyle>
            <a:lvl1pPr marL="0" indent="0">
              <a:spcBef>
                <a:spcPts val="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smtClean="0"/>
              <a:t>Click to edit Master text styles</a:t>
            </a:r>
          </a:p>
        </p:txBody>
      </p:sp>
      <p:sp>
        <p:nvSpPr>
          <p:cNvPr id="5" name="Date Placeholder 4"/>
          <p:cNvSpPr>
            <a:spLocks noGrp="1"/>
          </p:cNvSpPr>
          <p:nvPr>
            <p:ph type="dt" sz="half" idx="10"/>
          </p:nvPr>
        </p:nvSpPr>
        <p:spPr/>
        <p:txBody>
          <a:bodyPr/>
          <a:lstStyle/>
          <a:p>
            <a:fld id="{B1A24CD3-204F-4468-8EE4-28A6668D006A}" type="datetimeFigureOut">
              <a:rPr lang="en-US" smtClean="0"/>
              <a:pPr/>
              <a:t>2/25/2019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AF16DE-A0D5-4438-950F-5B1E159C2C28}" type="slidenum">
              <a:rPr lang="en-US" smtClean="0"/>
              <a:pPr/>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4 Pictures with Caption">
    <p:spTree>
      <p:nvGrpSpPr>
        <p:cNvPr id="1" name=""/>
        <p:cNvGrpSpPr/>
        <p:nvPr/>
      </p:nvGrpSpPr>
      <p:grpSpPr>
        <a:xfrm>
          <a:off x="0" y="0"/>
          <a:ext cx="0" cy="0"/>
          <a:chOff x="0" y="0"/>
          <a:chExt cx="0" cy="0"/>
        </a:xfrm>
      </p:grpSpPr>
      <p:sp>
        <p:nvSpPr>
          <p:cNvPr id="8" name="Rectangle 7"/>
          <p:cNvSpPr/>
          <p:nvPr/>
        </p:nvSpPr>
        <p:spPr>
          <a:xfrm>
            <a:off x="8135471" y="268288"/>
            <a:ext cx="720761" cy="363931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58788" y="4267200"/>
            <a:ext cx="6477000" cy="566738"/>
          </a:xfrm>
        </p:spPr>
        <p:txBody>
          <a:bodyPr anchor="b"/>
          <a:lstStyle>
            <a:lvl1pPr algn="l">
              <a:defRPr sz="2800" b="0"/>
            </a:lvl1pPr>
          </a:lstStyle>
          <a:p>
            <a:r>
              <a:rPr lang="it-IT" smtClean="0"/>
              <a:t>Click to edit Master title style</a:t>
            </a:r>
            <a:endParaRPr/>
          </a:p>
        </p:txBody>
      </p:sp>
      <p:sp>
        <p:nvSpPr>
          <p:cNvPr id="3" name="Picture Placeholder 2"/>
          <p:cNvSpPr>
            <a:spLocks noGrp="1"/>
          </p:cNvSpPr>
          <p:nvPr>
            <p:ph type="pic" idx="1"/>
          </p:nvPr>
        </p:nvSpPr>
        <p:spPr>
          <a:xfrm>
            <a:off x="269874" y="268288"/>
            <a:ext cx="3006726" cy="363931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it-IT" smtClean="0"/>
              <a:t>Drag picture to placeholder or click icon to add</a:t>
            </a:r>
            <a:endParaRPr/>
          </a:p>
        </p:txBody>
      </p:sp>
      <p:sp>
        <p:nvSpPr>
          <p:cNvPr id="4" name="Text Placeholder 3"/>
          <p:cNvSpPr>
            <a:spLocks noGrp="1"/>
          </p:cNvSpPr>
          <p:nvPr>
            <p:ph type="body" sz="half" idx="2"/>
          </p:nvPr>
        </p:nvSpPr>
        <p:spPr>
          <a:xfrm>
            <a:off x="458788" y="4840941"/>
            <a:ext cx="6475412" cy="1304271"/>
          </a:xfrm>
        </p:spPr>
        <p:txBody>
          <a:bodyPr>
            <a:normAutofit/>
          </a:bodyPr>
          <a:lstStyle>
            <a:lvl1pPr marL="0" indent="0">
              <a:spcBef>
                <a:spcPts val="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smtClean="0"/>
              <a:t>Click to edit Master text styles</a:t>
            </a:r>
          </a:p>
        </p:txBody>
      </p:sp>
      <p:sp>
        <p:nvSpPr>
          <p:cNvPr id="5" name="Date Placeholder 4"/>
          <p:cNvSpPr>
            <a:spLocks noGrp="1"/>
          </p:cNvSpPr>
          <p:nvPr>
            <p:ph type="dt" sz="half" idx="10"/>
          </p:nvPr>
        </p:nvSpPr>
        <p:spPr/>
        <p:txBody>
          <a:bodyPr/>
          <a:lstStyle/>
          <a:p>
            <a:fld id="{B1A24CD3-204F-4468-8EE4-28A6668D006A}" type="datetimeFigureOut">
              <a:rPr lang="en-US" smtClean="0"/>
              <a:pPr/>
              <a:t>2/25/2019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AF16DE-A0D5-4438-950F-5B1E159C2C28}" type="slidenum">
              <a:rPr lang="en-US" smtClean="0"/>
              <a:pPr/>
              <a:t>‹#›</a:t>
            </a:fld>
            <a:endParaRPr lang="en-US"/>
          </a:p>
        </p:txBody>
      </p:sp>
      <p:sp>
        <p:nvSpPr>
          <p:cNvPr id="10" name="Picture Placeholder 2"/>
          <p:cNvSpPr>
            <a:spLocks noGrp="1"/>
          </p:cNvSpPr>
          <p:nvPr>
            <p:ph type="pic" idx="13"/>
          </p:nvPr>
        </p:nvSpPr>
        <p:spPr>
          <a:xfrm>
            <a:off x="3352800" y="268288"/>
            <a:ext cx="4701988" cy="177566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it-IT" smtClean="0"/>
              <a:t>Drag picture to placeholder or click icon to add</a:t>
            </a:r>
            <a:endParaRPr/>
          </a:p>
        </p:txBody>
      </p:sp>
      <p:sp>
        <p:nvSpPr>
          <p:cNvPr id="11" name="Picture Placeholder 2"/>
          <p:cNvSpPr>
            <a:spLocks noGrp="1"/>
          </p:cNvSpPr>
          <p:nvPr>
            <p:ph type="pic" idx="14"/>
          </p:nvPr>
        </p:nvSpPr>
        <p:spPr>
          <a:xfrm>
            <a:off x="3352800" y="2131935"/>
            <a:ext cx="2304288" cy="177566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it-IT" smtClean="0"/>
              <a:t>Drag picture to placeholder or click icon to add</a:t>
            </a:r>
            <a:endParaRPr/>
          </a:p>
        </p:txBody>
      </p:sp>
      <p:sp>
        <p:nvSpPr>
          <p:cNvPr id="12" name="Picture Placeholder 2"/>
          <p:cNvSpPr>
            <a:spLocks noGrp="1"/>
          </p:cNvSpPr>
          <p:nvPr>
            <p:ph type="pic" idx="15"/>
          </p:nvPr>
        </p:nvSpPr>
        <p:spPr>
          <a:xfrm>
            <a:off x="5750500" y="2131935"/>
            <a:ext cx="2304288" cy="177566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it-IT" smtClean="0"/>
              <a:t>Drag picture to placeholder or click icon to add</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7212106" y="268288"/>
            <a:ext cx="1645920"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p:txBody>
          <a:bodyPr/>
          <a:lstStyle/>
          <a:p>
            <a:r>
              <a:rPr lang="it-IT" smtClean="0"/>
              <a:t>Click to edit Master title style</a:t>
            </a:r>
            <a:endParaRPr/>
          </a:p>
        </p:txBody>
      </p:sp>
      <p:sp>
        <p:nvSpPr>
          <p:cNvPr id="3" name="Vertical Text Placeholder 2"/>
          <p:cNvSpPr>
            <a:spLocks noGrp="1"/>
          </p:cNvSpPr>
          <p:nvPr>
            <p:ph type="body" orient="vert" idx="1"/>
          </p:nvPr>
        </p:nvSpPr>
        <p:spPr/>
        <p:txBody>
          <a:bodyPr vert="eaVert"/>
          <a:lstStyle>
            <a:lvl5pPr>
              <a:defRPr/>
            </a:lvl5pPr>
          </a:lstStyle>
          <a:p>
            <a:pPr lvl="0"/>
            <a:r>
              <a:rPr lang="it-IT" smtClean="0"/>
              <a:t>Click to edit Master text styles</a:t>
            </a:r>
          </a:p>
          <a:p>
            <a:pPr lvl="1"/>
            <a:r>
              <a:rPr lang="it-IT" smtClean="0"/>
              <a:t>Second level</a:t>
            </a:r>
          </a:p>
          <a:p>
            <a:pPr lvl="2"/>
            <a:r>
              <a:rPr lang="it-IT" smtClean="0"/>
              <a:t>Third level</a:t>
            </a:r>
          </a:p>
          <a:p>
            <a:pPr lvl="3"/>
            <a:r>
              <a:rPr lang="it-IT" smtClean="0"/>
              <a:t>Fourth level</a:t>
            </a:r>
          </a:p>
          <a:p>
            <a:pPr lvl="4"/>
            <a:r>
              <a:rPr lang="it-IT" smtClean="0"/>
              <a:t>Fifth level</a:t>
            </a:r>
            <a:endParaRPr dirty="0"/>
          </a:p>
        </p:txBody>
      </p:sp>
      <p:sp>
        <p:nvSpPr>
          <p:cNvPr id="4" name="Date Placeholder 3"/>
          <p:cNvSpPr>
            <a:spLocks noGrp="1"/>
          </p:cNvSpPr>
          <p:nvPr>
            <p:ph type="dt" sz="half" idx="10"/>
          </p:nvPr>
        </p:nvSpPr>
        <p:spPr/>
        <p:txBody>
          <a:bodyPr/>
          <a:lstStyle/>
          <a:p>
            <a:fld id="{B1A24CD3-204F-4468-8EE4-28A6668D006A}" type="datetimeFigureOut">
              <a:rPr lang="en-US" smtClean="0"/>
              <a:pPr/>
              <a:t>2/25/2019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AF16DE-A0D5-4438-950F-5B1E159C2C28}" type="slidenum">
              <a:rPr lang="en-US" smtClean="0"/>
              <a:pPr/>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8148918" y="268288"/>
            <a:ext cx="718073" cy="566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543799" y="1035424"/>
            <a:ext cx="1322295" cy="5090739"/>
          </a:xfrm>
        </p:spPr>
        <p:txBody>
          <a:bodyPr vert="eaVert" anchor="t" anchorCtr="0"/>
          <a:lstStyle/>
          <a:p>
            <a:r>
              <a:rPr lang="it-IT" smtClean="0"/>
              <a:t>Click to edit Master title style</a:t>
            </a:r>
            <a:endParaRPr/>
          </a:p>
        </p:txBody>
      </p:sp>
      <p:sp>
        <p:nvSpPr>
          <p:cNvPr id="3" name="Vertical Text Placeholder 2"/>
          <p:cNvSpPr>
            <a:spLocks noGrp="1"/>
          </p:cNvSpPr>
          <p:nvPr>
            <p:ph type="body" orient="vert" idx="1"/>
          </p:nvPr>
        </p:nvSpPr>
        <p:spPr>
          <a:xfrm>
            <a:off x="457200" y="1035424"/>
            <a:ext cx="6019800" cy="5109789"/>
          </a:xfrm>
        </p:spPr>
        <p:txBody>
          <a:bodyPr vert="eaVert"/>
          <a:lstStyle>
            <a:lvl5pPr>
              <a:defRPr/>
            </a:lvl5pPr>
          </a:lstStyle>
          <a:p>
            <a:pPr lvl="0"/>
            <a:r>
              <a:rPr lang="it-IT" smtClean="0"/>
              <a:t>Click to edit Master text styles</a:t>
            </a:r>
          </a:p>
          <a:p>
            <a:pPr lvl="1"/>
            <a:r>
              <a:rPr lang="it-IT" smtClean="0"/>
              <a:t>Second level</a:t>
            </a:r>
          </a:p>
          <a:p>
            <a:pPr lvl="2"/>
            <a:r>
              <a:rPr lang="it-IT" smtClean="0"/>
              <a:t>Third level</a:t>
            </a:r>
          </a:p>
          <a:p>
            <a:pPr lvl="3"/>
            <a:r>
              <a:rPr lang="it-IT" smtClean="0"/>
              <a:t>Fourth level</a:t>
            </a:r>
          </a:p>
          <a:p>
            <a:pPr lvl="4"/>
            <a:r>
              <a:rPr lang="it-IT" smtClean="0"/>
              <a:t>Fifth level</a:t>
            </a:r>
            <a:endParaRPr dirty="0"/>
          </a:p>
        </p:txBody>
      </p:sp>
      <p:sp>
        <p:nvSpPr>
          <p:cNvPr id="4" name="Date Placeholder 3"/>
          <p:cNvSpPr>
            <a:spLocks noGrp="1"/>
          </p:cNvSpPr>
          <p:nvPr>
            <p:ph type="dt" sz="half" idx="10"/>
          </p:nvPr>
        </p:nvSpPr>
        <p:spPr/>
        <p:txBody>
          <a:bodyPr/>
          <a:lstStyle/>
          <a:p>
            <a:fld id="{B1A24CD3-204F-4468-8EE4-28A6668D006A}" type="datetimeFigureOut">
              <a:rPr lang="en-US" smtClean="0"/>
              <a:pPr/>
              <a:t>2/25/2019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AF16DE-A0D5-4438-950F-5B1E159C2C28}"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199" y="914400"/>
            <a:ext cx="6508377" cy="1143000"/>
          </a:xfrm>
          <a:prstGeom prst="rect">
            <a:avLst/>
          </a:prstGeom>
        </p:spPr>
        <p:txBody>
          <a:bodyPr vert="horz" lIns="91440" tIns="45720" rIns="91440" bIns="45720" rtlCol="0" anchor="b" anchorCtr="0">
            <a:noAutofit/>
          </a:bodyPr>
          <a:lstStyle/>
          <a:p>
            <a:r>
              <a:rPr lang="it-IT" smtClean="0"/>
              <a:t>Click to edit Master title style</a:t>
            </a:r>
            <a:endParaRPr/>
          </a:p>
        </p:txBody>
      </p:sp>
      <p:sp>
        <p:nvSpPr>
          <p:cNvPr id="3" name="Text Placeholder 2"/>
          <p:cNvSpPr>
            <a:spLocks noGrp="1"/>
          </p:cNvSpPr>
          <p:nvPr>
            <p:ph type="body" idx="1"/>
          </p:nvPr>
        </p:nvSpPr>
        <p:spPr>
          <a:xfrm>
            <a:off x="457199" y="2209800"/>
            <a:ext cx="6508377" cy="3916363"/>
          </a:xfrm>
          <a:prstGeom prst="rect">
            <a:avLst/>
          </a:prstGeom>
        </p:spPr>
        <p:txBody>
          <a:bodyPr vert="horz" lIns="91440" tIns="45720" rIns="91440" bIns="45720" rtlCol="0">
            <a:normAutofit/>
          </a:bodyPr>
          <a:lstStyle/>
          <a:p>
            <a:pPr lvl="0"/>
            <a:r>
              <a:rPr lang="it-IT" smtClean="0"/>
              <a:t>Click to edit Master text styles</a:t>
            </a:r>
          </a:p>
          <a:p>
            <a:pPr lvl="1"/>
            <a:r>
              <a:rPr lang="it-IT" smtClean="0"/>
              <a:t>Second level</a:t>
            </a:r>
          </a:p>
          <a:p>
            <a:pPr lvl="2"/>
            <a:r>
              <a:rPr lang="it-IT" smtClean="0"/>
              <a:t>Third level</a:t>
            </a:r>
          </a:p>
          <a:p>
            <a:pPr lvl="3"/>
            <a:r>
              <a:rPr lang="it-IT" smtClean="0"/>
              <a:t>Fourth level</a:t>
            </a:r>
          </a:p>
          <a:p>
            <a:pPr lvl="4"/>
            <a:r>
              <a:rPr lang="it-IT" smtClean="0"/>
              <a:t>Fifth level</a:t>
            </a:r>
            <a:endParaRPr dirty="0"/>
          </a:p>
        </p:txBody>
      </p:sp>
      <p:sp>
        <p:nvSpPr>
          <p:cNvPr id="4" name="Date Placeholder 3"/>
          <p:cNvSpPr>
            <a:spLocks noGrp="1"/>
          </p:cNvSpPr>
          <p:nvPr>
            <p:ph type="dt" sz="half" idx="2"/>
          </p:nvPr>
        </p:nvSpPr>
        <p:spPr>
          <a:xfrm>
            <a:off x="7198659" y="6356350"/>
            <a:ext cx="1752600" cy="365125"/>
          </a:xfrm>
          <a:prstGeom prst="rect">
            <a:avLst/>
          </a:prstGeom>
        </p:spPr>
        <p:txBody>
          <a:bodyPr vert="horz" lIns="91440" tIns="45720" rIns="91440" bIns="45720" rtlCol="0" anchor="ctr"/>
          <a:lstStyle>
            <a:lvl1pPr algn="r">
              <a:defRPr sz="1100" b="1">
                <a:solidFill>
                  <a:schemeClr val="tx2">
                    <a:lumMod val="60000"/>
                    <a:lumOff val="40000"/>
                  </a:schemeClr>
                </a:solidFill>
              </a:defRPr>
            </a:lvl1pPr>
          </a:lstStyle>
          <a:p>
            <a:fld id="{B1A24CD3-204F-4468-8EE4-28A6668D006A}" type="datetimeFigureOut">
              <a:rPr lang="en-US" smtClean="0"/>
              <a:pPr/>
              <a:t>2/25/2019</a:t>
            </a:fld>
            <a:endParaRPr lang="en-US"/>
          </a:p>
        </p:txBody>
      </p:sp>
      <p:sp>
        <p:nvSpPr>
          <p:cNvPr id="5" name="Footer Placeholder 4"/>
          <p:cNvSpPr>
            <a:spLocks noGrp="1"/>
          </p:cNvSpPr>
          <p:nvPr>
            <p:ph type="ftr" sz="quarter" idx="3"/>
          </p:nvPr>
        </p:nvSpPr>
        <p:spPr>
          <a:xfrm>
            <a:off x="174812" y="6356350"/>
            <a:ext cx="6007100" cy="365125"/>
          </a:xfrm>
          <a:prstGeom prst="rect">
            <a:avLst/>
          </a:prstGeom>
        </p:spPr>
        <p:txBody>
          <a:bodyPr vert="horz" lIns="91440" tIns="45720" rIns="91440" bIns="45720" rtlCol="0" anchor="ctr"/>
          <a:lstStyle>
            <a:lvl1pPr algn="l">
              <a:defRPr sz="1100" b="1">
                <a:solidFill>
                  <a:schemeClr val="tx2">
                    <a:lumMod val="60000"/>
                    <a:lumOff val="40000"/>
                  </a:schemeClr>
                </a:solidFill>
              </a:defRPr>
            </a:lvl1pPr>
          </a:lstStyle>
          <a:p>
            <a:endParaRPr lang="en-US"/>
          </a:p>
        </p:txBody>
      </p:sp>
      <p:sp>
        <p:nvSpPr>
          <p:cNvPr id="6" name="Slide Number Placeholder 5"/>
          <p:cNvSpPr>
            <a:spLocks noGrp="1"/>
          </p:cNvSpPr>
          <p:nvPr>
            <p:ph type="sldNum" sz="quarter" idx="4"/>
          </p:nvPr>
        </p:nvSpPr>
        <p:spPr>
          <a:xfrm>
            <a:off x="8256494" y="361016"/>
            <a:ext cx="506506" cy="365125"/>
          </a:xfrm>
          <a:prstGeom prst="rect">
            <a:avLst/>
          </a:prstGeom>
        </p:spPr>
        <p:txBody>
          <a:bodyPr vert="horz" lIns="91440" tIns="45720" rIns="91440" bIns="45720" rtlCol="0" anchor="ctr"/>
          <a:lstStyle>
            <a:lvl1pPr algn="r">
              <a:defRPr sz="2200" b="1">
                <a:solidFill>
                  <a:schemeClr val="bg1"/>
                </a:solidFill>
              </a:defRPr>
            </a:lvl1pPr>
          </a:lstStyle>
          <a:p>
            <a:fld id="{57AF16DE-A0D5-4438-950F-5B1E159C2C2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Lst>
  <p:txStyles>
    <p:titleStyle>
      <a:lvl1pPr algn="l" defTabSz="914400" rtl="0" eaLnBrk="1" latinLnBrk="0" hangingPunct="1">
        <a:spcBef>
          <a:spcPct val="0"/>
        </a:spcBef>
        <a:buNone/>
        <a:defRPr sz="3600" kern="1200">
          <a:solidFill>
            <a:schemeClr val="accent1"/>
          </a:solidFill>
          <a:latin typeface="+mj-lt"/>
          <a:ea typeface="+mj-ea"/>
          <a:cs typeface="+mj-cs"/>
        </a:defRPr>
      </a:lvl1pPr>
    </p:titleStyle>
    <p:bodyStyle>
      <a:lvl1pPr marL="228600" indent="-228600" algn="l" defTabSz="914400" rtl="0" eaLnBrk="1" latinLnBrk="0" hangingPunct="1">
        <a:spcBef>
          <a:spcPts val="1800"/>
        </a:spcBef>
        <a:buClr>
          <a:schemeClr val="accent1"/>
        </a:buClr>
        <a:buSzPct val="100000"/>
        <a:buFont typeface="Wingdings 2" pitchFamily="18" charset="2"/>
        <a:buChar char="¡"/>
        <a:defRPr sz="2000" kern="1200">
          <a:solidFill>
            <a:schemeClr val="tx2"/>
          </a:solidFill>
          <a:latin typeface="+mn-lt"/>
          <a:ea typeface="+mn-ea"/>
          <a:cs typeface="+mn-cs"/>
        </a:defRPr>
      </a:lvl1pPr>
      <a:lvl2pPr marL="4572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2pPr>
      <a:lvl3pPr marL="6858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3pPr>
      <a:lvl4pPr marL="9144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4pPr>
      <a:lvl5pPr marL="11430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5pPr>
      <a:lvl6pPr marL="1377950"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6pPr>
      <a:lvl7pPr marL="1603375" indent="-228600" algn="l" defTabSz="914400" rtl="0" eaLnBrk="1" latinLnBrk="0" hangingPunct="1">
        <a:spcBef>
          <a:spcPct val="20000"/>
        </a:spcBef>
        <a:buClr>
          <a:schemeClr val="accent1"/>
        </a:buClr>
        <a:buFont typeface="Wingdings 2" pitchFamily="18" charset="2"/>
        <a:buChar char=""/>
        <a:defRPr lang="en-US" sz="1800" kern="1200" dirty="0" smtClean="0">
          <a:solidFill>
            <a:schemeClr val="tx2"/>
          </a:solidFill>
          <a:latin typeface="+mn-lt"/>
          <a:ea typeface="+mn-ea"/>
          <a:cs typeface="+mn-cs"/>
        </a:defRPr>
      </a:lvl7pPr>
      <a:lvl8pPr marL="1830388"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8pPr>
      <a:lvl9pPr marL="2057400" indent="-228600" algn="l" defTabSz="914400" rtl="0" eaLnBrk="1" latinLnBrk="0" hangingPunct="1">
        <a:spcBef>
          <a:spcPct val="20000"/>
        </a:spcBef>
        <a:buClr>
          <a:schemeClr val="accent1"/>
        </a:buClr>
        <a:buFont typeface="Wingdings 2" pitchFamily="18" charset="2"/>
        <a:buChar char=""/>
        <a:defRPr lang="en-US" sz="1800" kern="1200" dirty="0">
          <a:solidFill>
            <a:schemeClr val="tx2"/>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200400" y="4208929"/>
            <a:ext cx="5458968" cy="1048684"/>
          </a:xfrm>
        </p:spPr>
        <p:txBody>
          <a:bodyPr>
            <a:noAutofit/>
          </a:bodyPr>
          <a:lstStyle/>
          <a:p>
            <a:r>
              <a:rPr lang="en-US" sz="3200" b="1" dirty="0" smtClean="0"/>
              <a:t>Operators And </a:t>
            </a:r>
            <a:r>
              <a:rPr lang="en-US" sz="3200" b="1" dirty="0"/>
              <a:t>Expression</a:t>
            </a:r>
            <a:br>
              <a:rPr lang="en-US" sz="3200" b="1" dirty="0"/>
            </a:br>
            <a:r>
              <a:rPr lang="en-US" sz="3200" b="1" dirty="0"/>
              <a:t>Bit wise Operators</a:t>
            </a:r>
          </a:p>
        </p:txBody>
      </p:sp>
      <p:sp>
        <p:nvSpPr>
          <p:cNvPr id="3" name="TextBox 2"/>
          <p:cNvSpPr txBox="1"/>
          <p:nvPr/>
        </p:nvSpPr>
        <p:spPr>
          <a:xfrm>
            <a:off x="3200400" y="5374257"/>
            <a:ext cx="5647700" cy="1200329"/>
          </a:xfrm>
          <a:prstGeom prst="rect">
            <a:avLst/>
          </a:prstGeom>
          <a:noFill/>
        </p:spPr>
        <p:txBody>
          <a:bodyPr wrap="none" rtlCol="0">
            <a:spAutoFit/>
          </a:bodyPr>
          <a:lstStyle/>
          <a:p>
            <a:r>
              <a:rPr lang="en-US" dirty="0" smtClean="0"/>
              <a:t>Abu Sayeed</a:t>
            </a:r>
          </a:p>
          <a:p>
            <a:r>
              <a:rPr lang="en-US" dirty="0" smtClean="0"/>
              <a:t>Assistant Professor</a:t>
            </a:r>
          </a:p>
          <a:p>
            <a:r>
              <a:rPr lang="en-US" dirty="0" smtClean="0"/>
              <a:t>Department of Computer Science &amp; Engineering</a:t>
            </a:r>
          </a:p>
          <a:p>
            <a:endParaRPr lang="en-US" dirty="0"/>
          </a:p>
        </p:txBody>
      </p:sp>
    </p:spTree>
    <p:extLst>
      <p:ext uri="{BB962C8B-B14F-4D97-AF65-F5344CB8AC3E}">
        <p14:creationId xmlns:p14="http://schemas.microsoft.com/office/powerpoint/2010/main" xmlns="" val="38051352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354442"/>
            <a:ext cx="6508377" cy="850866"/>
          </a:xfrm>
        </p:spPr>
        <p:txBody>
          <a:bodyPr/>
          <a:lstStyle/>
          <a:p>
            <a:r>
              <a:rPr lang="en-US" b="1" dirty="0"/>
              <a:t>Bit wise </a:t>
            </a:r>
            <a:r>
              <a:rPr lang="en-US" b="1" dirty="0" smtClean="0"/>
              <a:t>Operators</a:t>
            </a:r>
            <a:endParaRPr lang="en-US" dirty="0"/>
          </a:p>
        </p:txBody>
      </p:sp>
      <p:sp>
        <p:nvSpPr>
          <p:cNvPr id="3" name="Content Placeholder 2"/>
          <p:cNvSpPr>
            <a:spLocks noGrp="1"/>
          </p:cNvSpPr>
          <p:nvPr>
            <p:ph idx="1"/>
          </p:nvPr>
        </p:nvSpPr>
        <p:spPr>
          <a:xfrm>
            <a:off x="256370" y="1870137"/>
            <a:ext cx="8715022" cy="2530798"/>
          </a:xfrm>
        </p:spPr>
        <p:txBody>
          <a:bodyPr>
            <a:normAutofit fontScale="92500" lnSpcReduction="20000"/>
          </a:bodyPr>
          <a:lstStyle/>
          <a:p>
            <a:r>
              <a:rPr lang="en-US" dirty="0"/>
              <a:t>One of C’s powerful features is a set of bit manipulation operators. </a:t>
            </a:r>
            <a:endParaRPr lang="en-US" dirty="0" smtClean="0"/>
          </a:p>
          <a:p>
            <a:r>
              <a:rPr lang="en-US" dirty="0" smtClean="0"/>
              <a:t>These </a:t>
            </a:r>
            <a:r>
              <a:rPr lang="en-US" dirty="0"/>
              <a:t>permit the programmer to access and manipulate individual bits within a piece of </a:t>
            </a:r>
            <a:r>
              <a:rPr lang="en-US" dirty="0" smtClean="0"/>
              <a:t>data </a:t>
            </a:r>
            <a:r>
              <a:rPr lang="en-US" dirty="0"/>
              <a:t>to perform bit </a:t>
            </a:r>
            <a:r>
              <a:rPr lang="en-US" dirty="0" smtClean="0"/>
              <a:t>operations. </a:t>
            </a:r>
          </a:p>
          <a:p>
            <a:r>
              <a:rPr lang="en-US" dirty="0" smtClean="0"/>
              <a:t>Decimal </a:t>
            </a:r>
            <a:r>
              <a:rPr lang="en-US" dirty="0"/>
              <a:t>values are converted into binary values which are the sequence of bits and bit wise operators work on these bits</a:t>
            </a:r>
            <a:r>
              <a:rPr lang="en-US" dirty="0" smtClean="0"/>
              <a:t>.</a:t>
            </a:r>
          </a:p>
          <a:p>
            <a:r>
              <a:rPr lang="en-US" dirty="0"/>
              <a:t>These operators can operate upon </a:t>
            </a:r>
            <a:r>
              <a:rPr lang="en-US" b="1" dirty="0" err="1"/>
              <a:t>int</a:t>
            </a:r>
            <a:r>
              <a:rPr lang="en-US" dirty="0" err="1"/>
              <a:t>s</a:t>
            </a:r>
            <a:r>
              <a:rPr lang="en-US" dirty="0"/>
              <a:t> and </a:t>
            </a:r>
            <a:r>
              <a:rPr lang="en-US" b="1" dirty="0"/>
              <a:t>char</a:t>
            </a:r>
            <a:r>
              <a:rPr lang="en-US" dirty="0"/>
              <a:t>s but not on </a:t>
            </a:r>
            <a:r>
              <a:rPr lang="en-US" b="1" dirty="0"/>
              <a:t>float</a:t>
            </a:r>
            <a:r>
              <a:rPr lang="en-US" dirty="0"/>
              <a:t>s and </a:t>
            </a:r>
            <a:r>
              <a:rPr lang="en-US" b="1" dirty="0"/>
              <a:t>double</a:t>
            </a:r>
            <a:r>
              <a:rPr lang="en-US" dirty="0"/>
              <a:t>s.</a:t>
            </a:r>
          </a:p>
          <a:p>
            <a:endParaRPr lang="en-US" dirty="0"/>
          </a:p>
        </p:txBody>
      </p:sp>
      <p:pic>
        <p:nvPicPr>
          <p:cNvPr id="6" name="Picture 5"/>
          <p:cNvPicPr>
            <a:picLocks noChangeAspect="1"/>
          </p:cNvPicPr>
          <p:nvPr/>
        </p:nvPicPr>
        <p:blipFill>
          <a:blip r:embed="rId2"/>
          <a:stretch>
            <a:fillRect/>
          </a:stretch>
        </p:blipFill>
        <p:spPr>
          <a:xfrm>
            <a:off x="1950308" y="4140428"/>
            <a:ext cx="5335536" cy="2592265"/>
          </a:xfrm>
          <a:prstGeom prst="rect">
            <a:avLst/>
          </a:prstGeom>
          <a:ln>
            <a:solidFill>
              <a:schemeClr val="tx1"/>
            </a:solidFill>
          </a:ln>
        </p:spPr>
      </p:pic>
    </p:spTree>
    <p:extLst>
      <p:ext uri="{BB962C8B-B14F-4D97-AF65-F5344CB8AC3E}">
        <p14:creationId xmlns:p14="http://schemas.microsoft.com/office/powerpoint/2010/main" xmlns="" val="9126979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2433" y="1929208"/>
            <a:ext cx="8358252" cy="1349345"/>
          </a:xfrm>
        </p:spPr>
        <p:txBody>
          <a:bodyPr>
            <a:normAutofit/>
          </a:bodyPr>
          <a:lstStyle/>
          <a:p>
            <a:r>
              <a:rPr lang="en-US" sz="2400" dirty="0" smtClean="0"/>
              <a:t>Let us </a:t>
            </a:r>
            <a:r>
              <a:rPr lang="en-US" sz="2400" dirty="0"/>
              <a:t>first take a look at the bit numbering scheme in integers and characters. Bits are numbered from zero onwards, increasing from right to left as shown below:</a:t>
            </a:r>
          </a:p>
        </p:txBody>
      </p:sp>
      <p:pic>
        <p:nvPicPr>
          <p:cNvPr id="4" name="Picture 3"/>
          <p:cNvPicPr>
            <a:picLocks noChangeAspect="1"/>
          </p:cNvPicPr>
          <p:nvPr/>
        </p:nvPicPr>
        <p:blipFill>
          <a:blip r:embed="rId2"/>
          <a:stretch>
            <a:fillRect/>
          </a:stretch>
        </p:blipFill>
        <p:spPr>
          <a:xfrm>
            <a:off x="2735588" y="3649621"/>
            <a:ext cx="3820623" cy="1163898"/>
          </a:xfrm>
          <a:prstGeom prst="rect">
            <a:avLst/>
          </a:prstGeom>
        </p:spPr>
      </p:pic>
      <p:pic>
        <p:nvPicPr>
          <p:cNvPr id="5" name="Picture 4"/>
          <p:cNvPicPr>
            <a:picLocks noChangeAspect="1"/>
          </p:cNvPicPr>
          <p:nvPr/>
        </p:nvPicPr>
        <p:blipFill>
          <a:blip r:embed="rId3"/>
          <a:stretch>
            <a:fillRect/>
          </a:stretch>
        </p:blipFill>
        <p:spPr>
          <a:xfrm>
            <a:off x="706629" y="5241789"/>
            <a:ext cx="7853572" cy="1241458"/>
          </a:xfrm>
          <a:prstGeom prst="rect">
            <a:avLst/>
          </a:prstGeom>
        </p:spPr>
      </p:pic>
      <p:sp>
        <p:nvSpPr>
          <p:cNvPr id="6" name="Title 1"/>
          <p:cNvSpPr>
            <a:spLocks noGrp="1"/>
          </p:cNvSpPr>
          <p:nvPr>
            <p:ph type="title"/>
          </p:nvPr>
        </p:nvSpPr>
        <p:spPr>
          <a:xfrm>
            <a:off x="457199" y="354442"/>
            <a:ext cx="6508377" cy="850866"/>
          </a:xfrm>
        </p:spPr>
        <p:txBody>
          <a:bodyPr/>
          <a:lstStyle/>
          <a:p>
            <a:r>
              <a:rPr lang="en-US" b="1" dirty="0"/>
              <a:t>Bit wise </a:t>
            </a:r>
            <a:r>
              <a:rPr lang="en-US" b="1" dirty="0" smtClean="0"/>
              <a:t>Operators</a:t>
            </a:r>
            <a:endParaRPr lang="en-US" dirty="0"/>
          </a:p>
        </p:txBody>
      </p:sp>
    </p:spTree>
    <p:extLst>
      <p:ext uri="{BB962C8B-B14F-4D97-AF65-F5344CB8AC3E}">
        <p14:creationId xmlns:p14="http://schemas.microsoft.com/office/powerpoint/2010/main" xmlns="" val="25422204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0559" y="1256152"/>
            <a:ext cx="8682554" cy="4964036"/>
          </a:xfrm>
        </p:spPr>
        <p:txBody>
          <a:bodyPr>
            <a:noAutofit/>
          </a:bodyPr>
          <a:lstStyle/>
          <a:p>
            <a:r>
              <a:rPr lang="en-US" sz="2400" dirty="0" smtClean="0"/>
              <a:t>One’s </a:t>
            </a:r>
            <a:r>
              <a:rPr lang="en-US" sz="2400" dirty="0"/>
              <a:t>complement operator is represented by the symbol </a:t>
            </a:r>
            <a:r>
              <a:rPr lang="en-US" sz="2400" dirty="0" smtClean="0"/>
              <a:t> ~</a:t>
            </a:r>
          </a:p>
          <a:p>
            <a:r>
              <a:rPr lang="en-US" sz="2400" dirty="0" smtClean="0"/>
              <a:t>On </a:t>
            </a:r>
            <a:r>
              <a:rPr lang="en-US" sz="2400" dirty="0"/>
              <a:t>taking one’s complement of a number, all 1’s present in the number are changed to 0’s and all 0’s are changed to 1’s. </a:t>
            </a:r>
            <a:endParaRPr lang="en-US" sz="2400" dirty="0" smtClean="0"/>
          </a:p>
          <a:p>
            <a:r>
              <a:rPr lang="en-US" sz="2400" dirty="0" smtClean="0"/>
              <a:t>For </a:t>
            </a:r>
            <a:r>
              <a:rPr lang="en-US" sz="2400" dirty="0"/>
              <a:t>example one’s complement of 1010 is 0101. Similarly, one’s complement of 1111 is 0000. Note that here when we talk of a number we are talking of binary equivalent of the number. </a:t>
            </a:r>
            <a:endParaRPr lang="en-US" sz="2400" dirty="0" smtClean="0"/>
          </a:p>
          <a:p>
            <a:r>
              <a:rPr lang="en-US" sz="2400" dirty="0" smtClean="0"/>
              <a:t>Thus</a:t>
            </a:r>
            <a:r>
              <a:rPr lang="en-US" sz="2400" dirty="0"/>
              <a:t>, one’s complement of 65 means one’s complement of 0000 0000 0100 0001, which is binary equivalent of 65. One’s complement of 65 therefore would be, 1111 1111 1011 1110. </a:t>
            </a:r>
            <a:endParaRPr lang="en-US" sz="2400" dirty="0" smtClean="0"/>
          </a:p>
        </p:txBody>
      </p:sp>
      <p:sp>
        <p:nvSpPr>
          <p:cNvPr id="4" name="Title 1"/>
          <p:cNvSpPr>
            <a:spLocks noGrp="1"/>
          </p:cNvSpPr>
          <p:nvPr>
            <p:ph type="title"/>
          </p:nvPr>
        </p:nvSpPr>
        <p:spPr>
          <a:xfrm>
            <a:off x="457199" y="309376"/>
            <a:ext cx="6787288" cy="773515"/>
          </a:xfrm>
        </p:spPr>
        <p:txBody>
          <a:bodyPr/>
          <a:lstStyle/>
          <a:p>
            <a:r>
              <a:rPr lang="en-US" sz="3200" b="1" dirty="0"/>
              <a:t>One’s Complement Operator (</a:t>
            </a:r>
            <a:r>
              <a:rPr lang="en-US" sz="3200" dirty="0"/>
              <a:t>~</a:t>
            </a:r>
            <a:r>
              <a:rPr lang="en-US" sz="3200" b="1" dirty="0" smtClean="0"/>
              <a:t>)</a:t>
            </a:r>
            <a:endParaRPr lang="en-US" sz="3200" b="1" dirty="0"/>
          </a:p>
        </p:txBody>
      </p:sp>
    </p:spTree>
    <p:extLst>
      <p:ext uri="{BB962C8B-B14F-4D97-AF65-F5344CB8AC3E}">
        <p14:creationId xmlns:p14="http://schemas.microsoft.com/office/powerpoint/2010/main" xmlns="" val="24815492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199" y="2209800"/>
            <a:ext cx="8373018" cy="3916363"/>
          </a:xfrm>
        </p:spPr>
        <p:txBody>
          <a:bodyPr>
            <a:normAutofit/>
          </a:bodyPr>
          <a:lstStyle/>
          <a:p>
            <a:r>
              <a:rPr lang="en-US" sz="2400" dirty="0" smtClean="0"/>
              <a:t>In </a:t>
            </a:r>
            <a:r>
              <a:rPr lang="en-US" sz="2400" dirty="0"/>
              <a:t>real-world situations where could the one’s complement operator be useful? </a:t>
            </a:r>
            <a:endParaRPr lang="en-US" sz="2400" dirty="0" smtClean="0"/>
          </a:p>
          <a:p>
            <a:r>
              <a:rPr lang="en-US" sz="2400" dirty="0" smtClean="0"/>
              <a:t>Since </a:t>
            </a:r>
            <a:r>
              <a:rPr lang="en-US" sz="2400" dirty="0"/>
              <a:t>it changes the original number beyond recognition, one potential place where it can be effectively used is in development of a file encryption utility</a:t>
            </a:r>
          </a:p>
        </p:txBody>
      </p:sp>
      <p:sp>
        <p:nvSpPr>
          <p:cNvPr id="4" name="Title 1"/>
          <p:cNvSpPr>
            <a:spLocks noGrp="1"/>
          </p:cNvSpPr>
          <p:nvPr>
            <p:ph type="title"/>
          </p:nvPr>
        </p:nvSpPr>
        <p:spPr>
          <a:xfrm>
            <a:off x="457199" y="484312"/>
            <a:ext cx="6508377" cy="1160742"/>
          </a:xfrm>
        </p:spPr>
        <p:txBody>
          <a:bodyPr/>
          <a:lstStyle/>
          <a:p>
            <a:r>
              <a:rPr lang="en-US" b="1" dirty="0"/>
              <a:t>Use of one’s complement </a:t>
            </a:r>
            <a:r>
              <a:rPr lang="en-US" b="1" dirty="0" smtClean="0"/>
              <a:t>operator</a:t>
            </a:r>
            <a:endParaRPr lang="en-US" dirty="0"/>
          </a:p>
        </p:txBody>
      </p:sp>
    </p:spTree>
    <p:extLst>
      <p:ext uri="{BB962C8B-B14F-4D97-AF65-F5344CB8AC3E}">
        <p14:creationId xmlns:p14="http://schemas.microsoft.com/office/powerpoint/2010/main" xmlns="" val="21804710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10091" y="1639274"/>
            <a:ext cx="8520126" cy="4991664"/>
          </a:xfrm>
        </p:spPr>
        <p:txBody>
          <a:bodyPr>
            <a:normAutofit fontScale="92500" lnSpcReduction="10000"/>
          </a:bodyPr>
          <a:lstStyle/>
          <a:p>
            <a:r>
              <a:rPr lang="en-US" sz="2200" dirty="0" smtClean="0"/>
              <a:t>The </a:t>
            </a:r>
            <a:r>
              <a:rPr lang="en-US" sz="2200" dirty="0"/>
              <a:t>right shift operator is represented by &gt;&gt;. </a:t>
            </a:r>
            <a:endParaRPr lang="en-US" sz="2200" dirty="0" smtClean="0"/>
          </a:p>
          <a:p>
            <a:r>
              <a:rPr lang="en-US" sz="2200" dirty="0" smtClean="0"/>
              <a:t>It </a:t>
            </a:r>
            <a:r>
              <a:rPr lang="en-US" sz="2200" dirty="0"/>
              <a:t>needs two operands. It shifts each bit in its left operand to the right. </a:t>
            </a:r>
            <a:endParaRPr lang="en-US" sz="2200" dirty="0" smtClean="0"/>
          </a:p>
          <a:p>
            <a:r>
              <a:rPr lang="en-US" sz="2200" dirty="0" smtClean="0"/>
              <a:t>The </a:t>
            </a:r>
            <a:r>
              <a:rPr lang="en-US" sz="2200" dirty="0"/>
              <a:t>number of places the bits are shifted depends on the number following the operator (i.e. its right operand).</a:t>
            </a:r>
          </a:p>
          <a:p>
            <a:r>
              <a:rPr lang="en-US" sz="2200" dirty="0"/>
              <a:t>Thus, </a:t>
            </a:r>
            <a:r>
              <a:rPr lang="en-US" sz="2200" b="1" dirty="0" err="1"/>
              <a:t>ch</a:t>
            </a:r>
            <a:r>
              <a:rPr lang="en-US" sz="2200" b="1" dirty="0"/>
              <a:t> &gt;&gt; 3 </a:t>
            </a:r>
            <a:r>
              <a:rPr lang="en-US" sz="2200" dirty="0"/>
              <a:t>would shift all bits in </a:t>
            </a:r>
            <a:r>
              <a:rPr lang="en-US" sz="2200" b="1" dirty="0" err="1"/>
              <a:t>ch</a:t>
            </a:r>
            <a:r>
              <a:rPr lang="en-US" sz="2200" b="1" dirty="0"/>
              <a:t> </a:t>
            </a:r>
            <a:r>
              <a:rPr lang="en-US" sz="2200" dirty="0"/>
              <a:t>three places to the right. Similarly, </a:t>
            </a:r>
            <a:r>
              <a:rPr lang="en-US" sz="2200" b="1" dirty="0" err="1"/>
              <a:t>ch</a:t>
            </a:r>
            <a:r>
              <a:rPr lang="en-US" sz="2200" b="1" dirty="0"/>
              <a:t> &gt;&gt; 5 </a:t>
            </a:r>
            <a:r>
              <a:rPr lang="en-US" sz="2200" dirty="0"/>
              <a:t>would shift all bits 5 places to the right.</a:t>
            </a:r>
          </a:p>
          <a:p>
            <a:r>
              <a:rPr lang="en-US" sz="2200" dirty="0"/>
              <a:t>For example, if the variable </a:t>
            </a:r>
            <a:r>
              <a:rPr lang="en-US" sz="2200" b="1" dirty="0" err="1"/>
              <a:t>ch</a:t>
            </a:r>
            <a:r>
              <a:rPr lang="en-US" sz="2200" b="1" dirty="0"/>
              <a:t> </a:t>
            </a:r>
            <a:r>
              <a:rPr lang="en-US" sz="2200" dirty="0"/>
              <a:t>contains the bit pattern 11010111, then, </a:t>
            </a:r>
            <a:r>
              <a:rPr lang="en-US" sz="2200" b="1" dirty="0" err="1"/>
              <a:t>ch</a:t>
            </a:r>
            <a:r>
              <a:rPr lang="en-US" sz="2200" b="1" dirty="0"/>
              <a:t> &gt;&gt; 1 </a:t>
            </a:r>
            <a:r>
              <a:rPr lang="en-US" sz="2200" dirty="0"/>
              <a:t>would give 01101011 and </a:t>
            </a:r>
            <a:r>
              <a:rPr lang="en-US" sz="2200" b="1" dirty="0" err="1"/>
              <a:t>ch</a:t>
            </a:r>
            <a:r>
              <a:rPr lang="en-US" sz="2200" b="1" dirty="0"/>
              <a:t> &gt;&gt; 2 </a:t>
            </a:r>
            <a:r>
              <a:rPr lang="en-US" sz="2200" dirty="0"/>
              <a:t>would give 00110101.</a:t>
            </a:r>
          </a:p>
          <a:p>
            <a:r>
              <a:rPr lang="en-US" sz="2200" dirty="0"/>
              <a:t>Note that as the bits are shifted to the right, blanks are created on the left. These blanks must be filled somehow. They are always filled with zeros.</a:t>
            </a:r>
          </a:p>
        </p:txBody>
      </p:sp>
      <p:sp>
        <p:nvSpPr>
          <p:cNvPr id="4" name="Title 1"/>
          <p:cNvSpPr>
            <a:spLocks noGrp="1"/>
          </p:cNvSpPr>
          <p:nvPr>
            <p:ph type="title"/>
          </p:nvPr>
        </p:nvSpPr>
        <p:spPr>
          <a:xfrm>
            <a:off x="457199" y="354442"/>
            <a:ext cx="6508377" cy="850866"/>
          </a:xfrm>
        </p:spPr>
        <p:txBody>
          <a:bodyPr/>
          <a:lstStyle/>
          <a:p>
            <a:r>
              <a:rPr lang="en-US" b="1" dirty="0"/>
              <a:t>Right Shift Operator (&gt;&gt;)</a:t>
            </a:r>
          </a:p>
        </p:txBody>
      </p:sp>
    </p:spTree>
    <p:extLst>
      <p:ext uri="{BB962C8B-B14F-4D97-AF65-F5344CB8AC3E}">
        <p14:creationId xmlns:p14="http://schemas.microsoft.com/office/powerpoint/2010/main" xmlns="" val="20190053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199" y="2209800"/>
            <a:ext cx="8328719" cy="3916363"/>
          </a:xfrm>
        </p:spPr>
        <p:txBody>
          <a:bodyPr>
            <a:normAutofit/>
          </a:bodyPr>
          <a:lstStyle/>
          <a:p>
            <a:pPr marL="228600" lvl="1">
              <a:spcBef>
                <a:spcPts val="1800"/>
              </a:spcBef>
            </a:pPr>
            <a:r>
              <a:rPr lang="en-US" sz="2400" dirty="0" smtClean="0"/>
              <a:t>The left </a:t>
            </a:r>
            <a:r>
              <a:rPr lang="en-US" sz="2400" dirty="0"/>
              <a:t>shift operator is represented by </a:t>
            </a:r>
            <a:r>
              <a:rPr lang="en-US" sz="2400" dirty="0" smtClean="0"/>
              <a:t>&lt;&lt;. </a:t>
            </a:r>
            <a:endParaRPr lang="en-US" sz="2000" dirty="0" smtClean="0"/>
          </a:p>
          <a:p>
            <a:r>
              <a:rPr lang="en-US" sz="2600" dirty="0"/>
              <a:t>This is similar to the right shift operator, the only difference being that the bits are shifted to the left, and for each bit shifted, a 0 is added to the right of the number</a:t>
            </a:r>
            <a:r>
              <a:rPr lang="en-US" sz="2600" dirty="0" smtClean="0"/>
              <a:t>.</a:t>
            </a:r>
          </a:p>
          <a:p>
            <a:pPr marL="0" indent="0">
              <a:buNone/>
            </a:pPr>
            <a:endParaRPr lang="en-US" sz="2600" dirty="0"/>
          </a:p>
        </p:txBody>
      </p:sp>
      <p:sp>
        <p:nvSpPr>
          <p:cNvPr id="6" name="Title 1"/>
          <p:cNvSpPr>
            <a:spLocks noGrp="1"/>
          </p:cNvSpPr>
          <p:nvPr>
            <p:ph type="title"/>
          </p:nvPr>
        </p:nvSpPr>
        <p:spPr>
          <a:xfrm>
            <a:off x="457199" y="354442"/>
            <a:ext cx="6508377" cy="850866"/>
          </a:xfrm>
        </p:spPr>
        <p:txBody>
          <a:bodyPr/>
          <a:lstStyle/>
          <a:p>
            <a:r>
              <a:rPr lang="en-US" b="1" dirty="0"/>
              <a:t>Left Shift Operator (&lt;&lt;)</a:t>
            </a:r>
          </a:p>
        </p:txBody>
      </p:sp>
    </p:spTree>
    <p:extLst>
      <p:ext uri="{BB962C8B-B14F-4D97-AF65-F5344CB8AC3E}">
        <p14:creationId xmlns:p14="http://schemas.microsoft.com/office/powerpoint/2010/main" xmlns="" val="23024861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4856" y="1390228"/>
            <a:ext cx="8682555" cy="3916363"/>
          </a:xfrm>
        </p:spPr>
        <p:txBody>
          <a:bodyPr>
            <a:noAutofit/>
          </a:bodyPr>
          <a:lstStyle/>
          <a:p>
            <a:r>
              <a:rPr lang="en-US" sz="2600" dirty="0" smtClean="0"/>
              <a:t>This </a:t>
            </a:r>
            <a:r>
              <a:rPr lang="en-US" sz="2600" dirty="0"/>
              <a:t>operator is represented as </a:t>
            </a:r>
            <a:r>
              <a:rPr lang="en-US" sz="2600" b="1" dirty="0"/>
              <a:t>&amp;</a:t>
            </a:r>
            <a:r>
              <a:rPr lang="en-US" sz="2600" dirty="0"/>
              <a:t>. </a:t>
            </a:r>
            <a:endParaRPr lang="en-US" sz="2600" dirty="0" smtClean="0"/>
          </a:p>
          <a:p>
            <a:r>
              <a:rPr lang="en-US" sz="2600" dirty="0" smtClean="0"/>
              <a:t>Remember </a:t>
            </a:r>
            <a:r>
              <a:rPr lang="en-US" sz="2600" dirty="0"/>
              <a:t>it is different than </a:t>
            </a:r>
            <a:r>
              <a:rPr lang="en-US" sz="2600" b="1" dirty="0"/>
              <a:t>&amp;&amp;</a:t>
            </a:r>
            <a:r>
              <a:rPr lang="en-US" sz="2600" dirty="0"/>
              <a:t>, the logical AND operator. </a:t>
            </a:r>
            <a:endParaRPr lang="en-US" sz="2600" dirty="0" smtClean="0"/>
          </a:p>
          <a:p>
            <a:r>
              <a:rPr lang="en-US" sz="2600" dirty="0" smtClean="0"/>
              <a:t>The </a:t>
            </a:r>
            <a:r>
              <a:rPr lang="en-US" sz="2600" b="1" dirty="0"/>
              <a:t>&amp; </a:t>
            </a:r>
            <a:r>
              <a:rPr lang="en-US" sz="2600" dirty="0"/>
              <a:t>operator operates on two operands. While operating upon these two operands they are compared on a bit-by-bit basis. Hence both the operands must be of the same type (either </a:t>
            </a:r>
            <a:r>
              <a:rPr lang="en-US" sz="2600" b="1" dirty="0"/>
              <a:t>char </a:t>
            </a:r>
            <a:r>
              <a:rPr lang="en-US" sz="2600" dirty="0"/>
              <a:t>or </a:t>
            </a:r>
            <a:r>
              <a:rPr lang="en-US" sz="2600" b="1" dirty="0" err="1"/>
              <a:t>int</a:t>
            </a:r>
            <a:r>
              <a:rPr lang="en-US" sz="2600" dirty="0"/>
              <a:t>). </a:t>
            </a:r>
            <a:endParaRPr lang="en-US" sz="2600" dirty="0" smtClean="0"/>
          </a:p>
          <a:p>
            <a:r>
              <a:rPr lang="en-US" sz="2600" dirty="0" smtClean="0"/>
              <a:t>The </a:t>
            </a:r>
            <a:r>
              <a:rPr lang="en-US" sz="2600" dirty="0"/>
              <a:t>second operand is often called an AND mask. The </a:t>
            </a:r>
            <a:r>
              <a:rPr lang="en-US" sz="2600" b="1" dirty="0"/>
              <a:t>&amp; </a:t>
            </a:r>
            <a:r>
              <a:rPr lang="en-US" sz="2600" dirty="0"/>
              <a:t>operator operates on a pair of bits to yield a resultant bit.</a:t>
            </a:r>
          </a:p>
        </p:txBody>
      </p:sp>
      <p:sp>
        <p:nvSpPr>
          <p:cNvPr id="4" name="Title 1"/>
          <p:cNvSpPr>
            <a:spLocks noGrp="1"/>
          </p:cNvSpPr>
          <p:nvPr>
            <p:ph type="title"/>
          </p:nvPr>
        </p:nvSpPr>
        <p:spPr>
          <a:xfrm>
            <a:off x="457199" y="354442"/>
            <a:ext cx="6508377" cy="850866"/>
          </a:xfrm>
        </p:spPr>
        <p:txBody>
          <a:bodyPr/>
          <a:lstStyle/>
          <a:p>
            <a:r>
              <a:rPr lang="en-US" b="1" dirty="0"/>
              <a:t>Bitwise AND Operator (&amp;)</a:t>
            </a:r>
          </a:p>
        </p:txBody>
      </p:sp>
    </p:spTree>
    <p:extLst>
      <p:ext uri="{BB962C8B-B14F-4D97-AF65-F5344CB8AC3E}">
        <p14:creationId xmlns:p14="http://schemas.microsoft.com/office/powerpoint/2010/main" xmlns="" val="37815660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199" y="1956379"/>
            <a:ext cx="8373018" cy="1053980"/>
          </a:xfrm>
        </p:spPr>
        <p:txBody>
          <a:bodyPr>
            <a:normAutofit/>
          </a:bodyPr>
          <a:lstStyle/>
          <a:p>
            <a:r>
              <a:rPr lang="en-US" sz="2400" dirty="0"/>
              <a:t>The rules that decide the value of the resultant bit are shown below:</a:t>
            </a:r>
          </a:p>
        </p:txBody>
      </p:sp>
      <p:pic>
        <p:nvPicPr>
          <p:cNvPr id="4" name="Picture 3"/>
          <p:cNvPicPr>
            <a:picLocks noChangeAspect="1"/>
          </p:cNvPicPr>
          <p:nvPr/>
        </p:nvPicPr>
        <p:blipFill>
          <a:blip r:embed="rId2"/>
          <a:stretch>
            <a:fillRect/>
          </a:stretch>
        </p:blipFill>
        <p:spPr>
          <a:xfrm>
            <a:off x="989605" y="3109343"/>
            <a:ext cx="7196161" cy="2628735"/>
          </a:xfrm>
          <a:prstGeom prst="rect">
            <a:avLst/>
          </a:prstGeom>
          <a:ln>
            <a:solidFill>
              <a:schemeClr val="tx1"/>
            </a:solidFill>
          </a:ln>
        </p:spPr>
      </p:pic>
      <p:sp>
        <p:nvSpPr>
          <p:cNvPr id="6" name="Title 1"/>
          <p:cNvSpPr>
            <a:spLocks noGrp="1"/>
          </p:cNvSpPr>
          <p:nvPr>
            <p:ph type="title"/>
          </p:nvPr>
        </p:nvSpPr>
        <p:spPr>
          <a:xfrm>
            <a:off x="457199" y="354442"/>
            <a:ext cx="6508377" cy="850866"/>
          </a:xfrm>
        </p:spPr>
        <p:txBody>
          <a:bodyPr/>
          <a:lstStyle/>
          <a:p>
            <a:r>
              <a:rPr lang="en-US" b="1" dirty="0"/>
              <a:t>Bitwise AND Operator (&amp;)</a:t>
            </a:r>
          </a:p>
        </p:txBody>
      </p:sp>
    </p:spTree>
    <p:extLst>
      <p:ext uri="{BB962C8B-B14F-4D97-AF65-F5344CB8AC3E}">
        <p14:creationId xmlns:p14="http://schemas.microsoft.com/office/powerpoint/2010/main" xmlns="" val="34201660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199" y="2209800"/>
            <a:ext cx="8358252" cy="861993"/>
          </a:xfrm>
        </p:spPr>
        <p:txBody>
          <a:bodyPr/>
          <a:lstStyle/>
          <a:p>
            <a:r>
              <a:rPr lang="en-US" dirty="0"/>
              <a:t>The example given below shows more clearly what happens while </a:t>
            </a:r>
            <a:r>
              <a:rPr lang="en-US" dirty="0" err="1"/>
              <a:t>ANDing</a:t>
            </a:r>
            <a:r>
              <a:rPr lang="en-US" dirty="0"/>
              <a:t> one operand with another.</a:t>
            </a:r>
          </a:p>
        </p:txBody>
      </p:sp>
      <p:pic>
        <p:nvPicPr>
          <p:cNvPr id="5" name="Picture 4"/>
          <p:cNvPicPr>
            <a:picLocks noChangeAspect="1"/>
          </p:cNvPicPr>
          <p:nvPr/>
        </p:nvPicPr>
        <p:blipFill>
          <a:blip r:embed="rId2"/>
          <a:stretch>
            <a:fillRect/>
          </a:stretch>
        </p:blipFill>
        <p:spPr>
          <a:xfrm>
            <a:off x="1279125" y="3109758"/>
            <a:ext cx="6414088" cy="3332319"/>
          </a:xfrm>
          <a:prstGeom prst="rect">
            <a:avLst/>
          </a:prstGeom>
        </p:spPr>
      </p:pic>
      <p:sp>
        <p:nvSpPr>
          <p:cNvPr id="7" name="Title 1"/>
          <p:cNvSpPr>
            <a:spLocks noGrp="1"/>
          </p:cNvSpPr>
          <p:nvPr>
            <p:ph type="title"/>
          </p:nvPr>
        </p:nvSpPr>
        <p:spPr>
          <a:xfrm>
            <a:off x="457199" y="354442"/>
            <a:ext cx="6508377" cy="850866"/>
          </a:xfrm>
        </p:spPr>
        <p:txBody>
          <a:bodyPr/>
          <a:lstStyle/>
          <a:p>
            <a:r>
              <a:rPr lang="en-US" b="1" dirty="0"/>
              <a:t>Bitwise AND Operator (&amp;)</a:t>
            </a:r>
          </a:p>
        </p:txBody>
      </p:sp>
    </p:spTree>
    <p:extLst>
      <p:ext uri="{BB962C8B-B14F-4D97-AF65-F5344CB8AC3E}">
        <p14:creationId xmlns:p14="http://schemas.microsoft.com/office/powerpoint/2010/main" xmlns="" val="40050964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199" y="1820191"/>
            <a:ext cx="8417317" cy="1999148"/>
          </a:xfrm>
        </p:spPr>
        <p:txBody>
          <a:bodyPr>
            <a:noAutofit/>
          </a:bodyPr>
          <a:lstStyle/>
          <a:p>
            <a:r>
              <a:rPr lang="en-US" sz="2400" dirty="0"/>
              <a:t>Probably, the best use of the AND operator is to check whether a particular bit of an operand is ON or OFF. This is explained in the following example</a:t>
            </a:r>
            <a:r>
              <a:rPr lang="en-US" sz="2400" dirty="0" smtClean="0"/>
              <a:t>.</a:t>
            </a:r>
          </a:p>
          <a:p>
            <a:r>
              <a:rPr lang="en-US" sz="2400" dirty="0"/>
              <a:t>Suppose, from the bit pattern 10101101 of an operand, we want to check whether bit number 3 is ON (1) or OFF (0).</a:t>
            </a:r>
          </a:p>
        </p:txBody>
      </p:sp>
      <p:pic>
        <p:nvPicPr>
          <p:cNvPr id="4" name="Picture 3"/>
          <p:cNvPicPr>
            <a:picLocks noChangeAspect="1"/>
          </p:cNvPicPr>
          <p:nvPr/>
        </p:nvPicPr>
        <p:blipFill>
          <a:blip r:embed="rId2"/>
          <a:stretch>
            <a:fillRect/>
          </a:stretch>
        </p:blipFill>
        <p:spPr>
          <a:xfrm>
            <a:off x="2008818" y="4592474"/>
            <a:ext cx="4754116" cy="2063600"/>
          </a:xfrm>
          <a:prstGeom prst="rect">
            <a:avLst/>
          </a:prstGeom>
        </p:spPr>
      </p:pic>
      <p:sp>
        <p:nvSpPr>
          <p:cNvPr id="6" name="Title 1"/>
          <p:cNvSpPr>
            <a:spLocks noGrp="1"/>
          </p:cNvSpPr>
          <p:nvPr>
            <p:ph type="title"/>
          </p:nvPr>
        </p:nvSpPr>
        <p:spPr>
          <a:xfrm>
            <a:off x="457199" y="354442"/>
            <a:ext cx="6508377" cy="850866"/>
          </a:xfrm>
        </p:spPr>
        <p:txBody>
          <a:bodyPr/>
          <a:lstStyle/>
          <a:p>
            <a:r>
              <a:rPr lang="en-US" b="1" dirty="0"/>
              <a:t>Bitwise AND Operator (&amp;)</a:t>
            </a:r>
          </a:p>
        </p:txBody>
      </p:sp>
    </p:spTree>
    <p:extLst>
      <p:ext uri="{BB962C8B-B14F-4D97-AF65-F5344CB8AC3E}">
        <p14:creationId xmlns:p14="http://schemas.microsoft.com/office/powerpoint/2010/main" xmlns="" val="3749936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0943" y="1840601"/>
            <a:ext cx="8712638" cy="1807160"/>
          </a:xfrm>
        </p:spPr>
        <p:txBody>
          <a:bodyPr/>
          <a:lstStyle/>
          <a:p>
            <a:r>
              <a:rPr lang="en-US" dirty="0"/>
              <a:t>In every file entry present in the directory, there is an attribute byte. The status of a file is governed by the value of individual bits in this attribute byte. The AND operator can be used to check the status of the bits of this attribute byte. The meaning of each bit in the attribute byte is shown in Figure</a:t>
            </a:r>
          </a:p>
        </p:txBody>
      </p:sp>
      <p:pic>
        <p:nvPicPr>
          <p:cNvPr id="5" name="Picture 4"/>
          <p:cNvPicPr>
            <a:picLocks noChangeAspect="1"/>
          </p:cNvPicPr>
          <p:nvPr/>
        </p:nvPicPr>
        <p:blipFill>
          <a:blip r:embed="rId2"/>
          <a:stretch>
            <a:fillRect/>
          </a:stretch>
        </p:blipFill>
        <p:spPr>
          <a:xfrm>
            <a:off x="2421697" y="3446684"/>
            <a:ext cx="4621836" cy="3269595"/>
          </a:xfrm>
          <a:prstGeom prst="rect">
            <a:avLst/>
          </a:prstGeom>
          <a:ln>
            <a:solidFill>
              <a:schemeClr val="tx1"/>
            </a:solidFill>
          </a:ln>
        </p:spPr>
      </p:pic>
      <p:sp>
        <p:nvSpPr>
          <p:cNvPr id="7" name="Title 1"/>
          <p:cNvSpPr>
            <a:spLocks noGrp="1"/>
          </p:cNvSpPr>
          <p:nvPr>
            <p:ph type="title"/>
          </p:nvPr>
        </p:nvSpPr>
        <p:spPr>
          <a:xfrm>
            <a:off x="457199" y="354442"/>
            <a:ext cx="6508377" cy="850866"/>
          </a:xfrm>
        </p:spPr>
        <p:txBody>
          <a:bodyPr/>
          <a:lstStyle/>
          <a:p>
            <a:r>
              <a:rPr lang="en-US" b="1" dirty="0"/>
              <a:t>Bitwise AND Operator (&amp;)</a:t>
            </a:r>
          </a:p>
        </p:txBody>
      </p:sp>
    </p:spTree>
    <p:extLst>
      <p:ext uri="{BB962C8B-B14F-4D97-AF65-F5344CB8AC3E}">
        <p14:creationId xmlns:p14="http://schemas.microsoft.com/office/powerpoint/2010/main" xmlns="" val="23247143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13906" y="1890389"/>
            <a:ext cx="8358252" cy="4734491"/>
          </a:xfrm>
        </p:spPr>
        <p:txBody>
          <a:bodyPr>
            <a:normAutofit/>
          </a:bodyPr>
          <a:lstStyle/>
          <a:p>
            <a:r>
              <a:rPr lang="en-US" dirty="0"/>
              <a:t>Now, suppose we want to check whether a file is a hidden file or not. A hidden file is one, which is never shown in the directory, even though it exists on the disk. </a:t>
            </a:r>
            <a:endParaRPr lang="en-US" dirty="0" smtClean="0"/>
          </a:p>
          <a:p>
            <a:r>
              <a:rPr lang="en-US" dirty="0" smtClean="0"/>
              <a:t>From </a:t>
            </a:r>
            <a:r>
              <a:rPr lang="en-US" dirty="0"/>
              <a:t>the above bit classification of attribute byte, we only need to check whether bit number 1 is ON or OFF.</a:t>
            </a:r>
          </a:p>
          <a:p>
            <a:r>
              <a:rPr lang="en-US" dirty="0"/>
              <a:t>So, our first operand in this case becomes the attribute byte of the file in question, whereas the second operand is the 1 * 2</a:t>
            </a:r>
            <a:r>
              <a:rPr lang="en-US" baseline="30000" dirty="0"/>
              <a:t>1</a:t>
            </a:r>
            <a:r>
              <a:rPr lang="en-US" dirty="0"/>
              <a:t> = </a:t>
            </a:r>
            <a:r>
              <a:rPr lang="en-US" dirty="0" smtClean="0"/>
              <a:t>2. </a:t>
            </a:r>
          </a:p>
          <a:p>
            <a:r>
              <a:rPr lang="en-US" dirty="0" smtClean="0"/>
              <a:t>Similarly</a:t>
            </a:r>
            <a:r>
              <a:rPr lang="en-US" dirty="0"/>
              <a:t>, it can be checked whether the file is a system file or not, whether the file is read-only file or not, and so on</a:t>
            </a:r>
            <a:r>
              <a:rPr lang="en-US" dirty="0" smtClean="0"/>
              <a:t>.</a:t>
            </a:r>
          </a:p>
          <a:p>
            <a:r>
              <a:rPr lang="en-US" dirty="0"/>
              <a:t>The </a:t>
            </a:r>
            <a:r>
              <a:rPr lang="en-US" dirty="0" smtClean="0"/>
              <a:t>second </a:t>
            </a:r>
            <a:r>
              <a:rPr lang="en-US" dirty="0"/>
              <a:t>important use of the AND operator is in changing the status of the bit, or more precisely to switch OFF a particular bit</a:t>
            </a:r>
            <a:r>
              <a:rPr lang="en-US" dirty="0" smtClean="0"/>
              <a:t>.</a:t>
            </a:r>
          </a:p>
          <a:p>
            <a:endParaRPr lang="en-US" dirty="0"/>
          </a:p>
        </p:txBody>
      </p:sp>
      <p:sp>
        <p:nvSpPr>
          <p:cNvPr id="5" name="Title 1"/>
          <p:cNvSpPr>
            <a:spLocks noGrp="1"/>
          </p:cNvSpPr>
          <p:nvPr>
            <p:ph type="title"/>
          </p:nvPr>
        </p:nvSpPr>
        <p:spPr>
          <a:xfrm>
            <a:off x="457199" y="354442"/>
            <a:ext cx="6508377" cy="850866"/>
          </a:xfrm>
        </p:spPr>
        <p:txBody>
          <a:bodyPr/>
          <a:lstStyle/>
          <a:p>
            <a:r>
              <a:rPr lang="en-US" b="1" dirty="0"/>
              <a:t>Bitwise AND Operator (&amp;)</a:t>
            </a:r>
          </a:p>
        </p:txBody>
      </p:sp>
    </p:spTree>
    <p:extLst>
      <p:ext uri="{BB962C8B-B14F-4D97-AF65-F5344CB8AC3E}">
        <p14:creationId xmlns:p14="http://schemas.microsoft.com/office/powerpoint/2010/main" xmlns="" val="5954588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199" y="2209800"/>
            <a:ext cx="8328719" cy="3916363"/>
          </a:xfrm>
        </p:spPr>
        <p:txBody>
          <a:bodyPr>
            <a:normAutofit/>
          </a:bodyPr>
          <a:lstStyle/>
          <a:p>
            <a:r>
              <a:rPr lang="en-US" sz="2800" dirty="0"/>
              <a:t>Let’s summarize the uses of bitwise AND operator:</a:t>
            </a:r>
          </a:p>
          <a:p>
            <a:pPr marL="571500" lvl="1" indent="-342900">
              <a:buFont typeface="+mj-ea"/>
              <a:buAutoNum type="circleNumDbPlain"/>
            </a:pPr>
            <a:r>
              <a:rPr lang="en-US" sz="2400" dirty="0" smtClean="0"/>
              <a:t>It </a:t>
            </a:r>
            <a:r>
              <a:rPr lang="en-US" sz="2400" dirty="0"/>
              <a:t>is used to check whether a particular bit in a number is ON or OFF.</a:t>
            </a:r>
          </a:p>
          <a:p>
            <a:pPr marL="571500" lvl="1" indent="-342900">
              <a:buFont typeface="+mj-ea"/>
              <a:buAutoNum type="circleNumDbPlain"/>
            </a:pPr>
            <a:r>
              <a:rPr lang="en-US" sz="2400" dirty="0" smtClean="0"/>
              <a:t>It </a:t>
            </a:r>
            <a:r>
              <a:rPr lang="en-US" sz="2400" dirty="0"/>
              <a:t>is used to turn OFF a particular bit in a number.</a:t>
            </a:r>
          </a:p>
        </p:txBody>
      </p:sp>
      <p:sp>
        <p:nvSpPr>
          <p:cNvPr id="4" name="Title 1"/>
          <p:cNvSpPr>
            <a:spLocks noGrp="1"/>
          </p:cNvSpPr>
          <p:nvPr>
            <p:ph type="title"/>
          </p:nvPr>
        </p:nvSpPr>
        <p:spPr>
          <a:xfrm>
            <a:off x="457199" y="354442"/>
            <a:ext cx="6508377" cy="850866"/>
          </a:xfrm>
        </p:spPr>
        <p:txBody>
          <a:bodyPr/>
          <a:lstStyle/>
          <a:p>
            <a:r>
              <a:rPr lang="en-US" b="1" dirty="0"/>
              <a:t>Bit wise </a:t>
            </a:r>
            <a:r>
              <a:rPr lang="en-US" b="1" dirty="0" smtClean="0"/>
              <a:t>AND operator</a:t>
            </a:r>
            <a:endParaRPr lang="en-US" dirty="0"/>
          </a:p>
        </p:txBody>
      </p:sp>
    </p:spTree>
    <p:extLst>
      <p:ext uri="{BB962C8B-B14F-4D97-AF65-F5344CB8AC3E}">
        <p14:creationId xmlns:p14="http://schemas.microsoft.com/office/powerpoint/2010/main" xmlns="" val="28493872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76229" y="1529612"/>
            <a:ext cx="8556694" cy="3131375"/>
          </a:xfrm>
        </p:spPr>
        <p:txBody>
          <a:bodyPr>
            <a:normAutofit/>
          </a:bodyPr>
          <a:lstStyle/>
          <a:p>
            <a:r>
              <a:rPr lang="en-US" dirty="0" smtClean="0"/>
              <a:t>The </a:t>
            </a:r>
            <a:r>
              <a:rPr lang="en-US" dirty="0"/>
              <a:t>XOR operator is represented as </a:t>
            </a:r>
            <a:r>
              <a:rPr lang="en-US" b="1" dirty="0"/>
              <a:t>^ </a:t>
            </a:r>
            <a:r>
              <a:rPr lang="en-US" dirty="0"/>
              <a:t>and is also called an Exclusive OR Operator. </a:t>
            </a:r>
            <a:endParaRPr lang="en-US" dirty="0" smtClean="0"/>
          </a:p>
          <a:p>
            <a:r>
              <a:rPr lang="en-US" dirty="0" smtClean="0"/>
              <a:t>The </a:t>
            </a:r>
            <a:r>
              <a:rPr lang="en-US" dirty="0"/>
              <a:t>OR operator returns 1, when any one of the two bits or both the bits are 1, whereas XOR returns 1 only if one of the two bits is 1. </a:t>
            </a:r>
            <a:endParaRPr lang="en-US" dirty="0" smtClean="0"/>
          </a:p>
          <a:p>
            <a:r>
              <a:rPr lang="en-US" dirty="0"/>
              <a:t>XOR operator is used to toggle a bit ON or OFF.</a:t>
            </a:r>
            <a:endParaRPr lang="en-US" dirty="0" smtClean="0"/>
          </a:p>
          <a:p>
            <a:r>
              <a:rPr lang="en-US" dirty="0" smtClean="0"/>
              <a:t>The </a:t>
            </a:r>
            <a:r>
              <a:rPr lang="en-US" dirty="0"/>
              <a:t>truth table for the XOR operator is given below.</a:t>
            </a:r>
          </a:p>
        </p:txBody>
      </p:sp>
      <p:sp>
        <p:nvSpPr>
          <p:cNvPr id="5" name="Title 1"/>
          <p:cNvSpPr>
            <a:spLocks noGrp="1"/>
          </p:cNvSpPr>
          <p:nvPr>
            <p:ph type="title"/>
          </p:nvPr>
        </p:nvSpPr>
        <p:spPr>
          <a:xfrm>
            <a:off x="457199" y="354442"/>
            <a:ext cx="6508377" cy="850866"/>
          </a:xfrm>
        </p:spPr>
        <p:txBody>
          <a:bodyPr/>
          <a:lstStyle/>
          <a:p>
            <a:r>
              <a:rPr lang="en-US" b="1" dirty="0"/>
              <a:t>Bitwise XOR Operator (^)</a:t>
            </a:r>
          </a:p>
        </p:txBody>
      </p:sp>
      <p:pic>
        <p:nvPicPr>
          <p:cNvPr id="2" name="Picture 1"/>
          <p:cNvPicPr>
            <a:picLocks noChangeAspect="1"/>
          </p:cNvPicPr>
          <p:nvPr/>
        </p:nvPicPr>
        <p:blipFill>
          <a:blip r:embed="rId2"/>
          <a:stretch>
            <a:fillRect/>
          </a:stretch>
        </p:blipFill>
        <p:spPr>
          <a:xfrm>
            <a:off x="2899022" y="4519471"/>
            <a:ext cx="2777438" cy="2232174"/>
          </a:xfrm>
          <a:prstGeom prst="rect">
            <a:avLst/>
          </a:prstGeom>
          <a:ln>
            <a:solidFill>
              <a:schemeClr val="tx1"/>
            </a:solidFill>
          </a:ln>
        </p:spPr>
      </p:pic>
    </p:spTree>
    <p:extLst>
      <p:ext uri="{BB962C8B-B14F-4D97-AF65-F5344CB8AC3E}">
        <p14:creationId xmlns:p14="http://schemas.microsoft.com/office/powerpoint/2010/main" xmlns="" val="12810105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294144"/>
            <a:ext cx="6763497" cy="1143000"/>
          </a:xfrm>
        </p:spPr>
        <p:txBody>
          <a:bodyPr/>
          <a:lstStyle/>
          <a:p>
            <a:r>
              <a:rPr lang="en-US" b="1" dirty="0"/>
              <a:t>Truth table for </a:t>
            </a:r>
            <a:r>
              <a:rPr lang="en-US" b="1" dirty="0" smtClean="0"/>
              <a:t>bit wise</a:t>
            </a:r>
            <a:r>
              <a:rPr lang="en-US" b="1" dirty="0"/>
              <a:t> </a:t>
            </a:r>
            <a:r>
              <a:rPr lang="en-US" b="1" dirty="0" smtClean="0"/>
              <a:t> operations</a:t>
            </a:r>
            <a:endParaRPr lang="en-US" dirty="0"/>
          </a:p>
        </p:txBody>
      </p:sp>
      <p:pic>
        <p:nvPicPr>
          <p:cNvPr id="4" name="Picture 3"/>
          <p:cNvPicPr>
            <a:picLocks noChangeAspect="1"/>
          </p:cNvPicPr>
          <p:nvPr/>
        </p:nvPicPr>
        <p:blipFill>
          <a:blip r:embed="rId2"/>
          <a:stretch>
            <a:fillRect/>
          </a:stretch>
        </p:blipFill>
        <p:spPr>
          <a:xfrm>
            <a:off x="773073" y="1948454"/>
            <a:ext cx="7482239" cy="4832279"/>
          </a:xfrm>
          <a:prstGeom prst="rect">
            <a:avLst/>
          </a:prstGeom>
        </p:spPr>
      </p:pic>
    </p:spTree>
    <p:extLst>
      <p:ext uri="{BB962C8B-B14F-4D97-AF65-F5344CB8AC3E}">
        <p14:creationId xmlns:p14="http://schemas.microsoft.com/office/powerpoint/2010/main" xmlns="" val="10072127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5362214" y="3384386"/>
            <a:ext cx="3414888" cy="1754327"/>
          </a:xfrm>
          <a:prstGeom prst="rect">
            <a:avLst/>
          </a:prstGeom>
        </p:spPr>
        <p:txBody>
          <a:bodyPr wrap="square">
            <a:spAutoFit/>
          </a:bodyPr>
          <a:lstStyle/>
          <a:p>
            <a:r>
              <a:rPr lang="en-US" dirty="0"/>
              <a:t>Line 1 - Value of c is 12</a:t>
            </a:r>
          </a:p>
          <a:p>
            <a:r>
              <a:rPr lang="en-US" dirty="0"/>
              <a:t>Line 2 - Value of c is 61</a:t>
            </a:r>
          </a:p>
          <a:p>
            <a:r>
              <a:rPr lang="en-US" dirty="0"/>
              <a:t>Line 3 - Value of c is 49</a:t>
            </a:r>
          </a:p>
          <a:p>
            <a:r>
              <a:rPr lang="en-US" dirty="0"/>
              <a:t>Line 4 - Value of c is -61</a:t>
            </a:r>
          </a:p>
          <a:p>
            <a:r>
              <a:rPr lang="en-US" dirty="0"/>
              <a:t>Line 5 - Value of c is 240</a:t>
            </a:r>
          </a:p>
          <a:p>
            <a:r>
              <a:rPr lang="en-US" dirty="0"/>
              <a:t>Line 6 - Value of c is 15</a:t>
            </a:r>
          </a:p>
        </p:txBody>
      </p:sp>
      <p:pic>
        <p:nvPicPr>
          <p:cNvPr id="7" name="Picture 6"/>
          <p:cNvPicPr>
            <a:picLocks noChangeAspect="1"/>
          </p:cNvPicPr>
          <p:nvPr/>
        </p:nvPicPr>
        <p:blipFill>
          <a:blip r:embed="rId2">
            <a:extLst>
              <a:ext uri="{BEBA8EAE-BF5A-486C-A8C5-ECC9F3942E4B}">
                <a14:imgProps xmlns:a14="http://schemas.microsoft.com/office/drawing/2010/main" xmlns="">
                  <a14:imgLayer r:embed="rId3">
                    <a14:imgEffect>
                      <a14:sharpenSoften amount="25000"/>
                    </a14:imgEffect>
                  </a14:imgLayer>
                </a14:imgProps>
              </a:ext>
            </a:extLst>
          </a:blip>
          <a:stretch>
            <a:fillRect/>
          </a:stretch>
        </p:blipFill>
        <p:spPr>
          <a:xfrm>
            <a:off x="457199" y="1224980"/>
            <a:ext cx="4326468" cy="5500418"/>
          </a:xfrm>
          <a:prstGeom prst="rect">
            <a:avLst/>
          </a:prstGeom>
        </p:spPr>
      </p:pic>
      <p:sp>
        <p:nvSpPr>
          <p:cNvPr id="8" name="Title 1"/>
          <p:cNvSpPr>
            <a:spLocks noGrp="1"/>
          </p:cNvSpPr>
          <p:nvPr>
            <p:ph type="title"/>
          </p:nvPr>
        </p:nvSpPr>
        <p:spPr>
          <a:xfrm>
            <a:off x="457199" y="353216"/>
            <a:ext cx="6508377" cy="747451"/>
          </a:xfrm>
        </p:spPr>
        <p:txBody>
          <a:bodyPr/>
          <a:lstStyle/>
          <a:p>
            <a:r>
              <a:rPr lang="en-US" b="1" dirty="0"/>
              <a:t>Bit wise </a:t>
            </a:r>
            <a:r>
              <a:rPr lang="en-US" b="1" dirty="0" smtClean="0"/>
              <a:t>Operators</a:t>
            </a:r>
            <a:endParaRPr lang="en-US" dirty="0"/>
          </a:p>
        </p:txBody>
      </p:sp>
    </p:spTree>
    <p:extLst>
      <p:ext uri="{BB962C8B-B14F-4D97-AF65-F5344CB8AC3E}">
        <p14:creationId xmlns:p14="http://schemas.microsoft.com/office/powerpoint/2010/main" xmlns="" val="42323888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338448"/>
            <a:ext cx="6508377" cy="1143000"/>
          </a:xfrm>
        </p:spPr>
        <p:txBody>
          <a:bodyPr/>
          <a:lstStyle/>
          <a:p>
            <a:r>
              <a:rPr lang="en-US" b="1" dirty="0"/>
              <a:t>Example program for bit wise operators in </a:t>
            </a:r>
            <a:r>
              <a:rPr lang="en-US" b="1" dirty="0" smtClean="0"/>
              <a:t>C</a:t>
            </a:r>
            <a:endParaRPr lang="en-US" dirty="0"/>
          </a:p>
        </p:txBody>
      </p:sp>
      <p:pic>
        <p:nvPicPr>
          <p:cNvPr id="4" name="Picture 3"/>
          <p:cNvPicPr>
            <a:picLocks noChangeAspect="1"/>
          </p:cNvPicPr>
          <p:nvPr/>
        </p:nvPicPr>
        <p:blipFill>
          <a:blip r:embed="rId2"/>
          <a:stretch>
            <a:fillRect/>
          </a:stretch>
        </p:blipFill>
        <p:spPr>
          <a:xfrm>
            <a:off x="579314" y="1816099"/>
            <a:ext cx="6132130" cy="4238877"/>
          </a:xfrm>
          <a:prstGeom prst="rect">
            <a:avLst/>
          </a:prstGeom>
        </p:spPr>
      </p:pic>
      <p:sp>
        <p:nvSpPr>
          <p:cNvPr id="5" name="Rectangle 4"/>
          <p:cNvSpPr/>
          <p:nvPr/>
        </p:nvSpPr>
        <p:spPr>
          <a:xfrm>
            <a:off x="6844339" y="3497003"/>
            <a:ext cx="2030176" cy="1600438"/>
          </a:xfrm>
          <a:prstGeom prst="rect">
            <a:avLst/>
          </a:prstGeom>
          <a:ln>
            <a:solidFill>
              <a:schemeClr val="accent1"/>
            </a:solidFill>
          </a:ln>
        </p:spPr>
        <p:txBody>
          <a:bodyPr wrap="square">
            <a:spAutoFit/>
          </a:bodyPr>
          <a:lstStyle/>
          <a:p>
            <a:r>
              <a:rPr lang="en-US" sz="1400" b="1" dirty="0" smtClean="0"/>
              <a:t>Output:</a:t>
            </a:r>
          </a:p>
          <a:p>
            <a:r>
              <a:rPr lang="en-US" sz="1400" dirty="0" err="1" smtClean="0"/>
              <a:t>AND_opr</a:t>
            </a:r>
            <a:r>
              <a:rPr lang="en-US" sz="1400" dirty="0" smtClean="0"/>
              <a:t> </a:t>
            </a:r>
            <a:r>
              <a:rPr lang="en-US" sz="1400" dirty="0"/>
              <a:t>value = 0</a:t>
            </a:r>
          </a:p>
          <a:p>
            <a:r>
              <a:rPr lang="en-US" sz="1400" dirty="0" err="1"/>
              <a:t>OR_opr</a:t>
            </a:r>
            <a:r>
              <a:rPr lang="en-US" sz="1400" dirty="0"/>
              <a:t> value = 120</a:t>
            </a:r>
          </a:p>
          <a:p>
            <a:r>
              <a:rPr lang="en-US" sz="1400" dirty="0" err="1"/>
              <a:t>NOT_opr</a:t>
            </a:r>
            <a:r>
              <a:rPr lang="en-US" sz="1400" dirty="0"/>
              <a:t> value = -41</a:t>
            </a:r>
          </a:p>
          <a:p>
            <a:r>
              <a:rPr lang="en-US" sz="1400" dirty="0" err="1"/>
              <a:t>XOR_opr</a:t>
            </a:r>
            <a:r>
              <a:rPr lang="en-US" sz="1400" dirty="0"/>
              <a:t> value = 120</a:t>
            </a:r>
          </a:p>
          <a:p>
            <a:r>
              <a:rPr lang="en-US" sz="1400" dirty="0" err="1"/>
              <a:t>left_shift</a:t>
            </a:r>
            <a:r>
              <a:rPr lang="en-US" sz="1400" dirty="0"/>
              <a:t> value = 80</a:t>
            </a:r>
          </a:p>
          <a:p>
            <a:r>
              <a:rPr lang="en-US" sz="1400" dirty="0" err="1"/>
              <a:t>right_shift</a:t>
            </a:r>
            <a:r>
              <a:rPr lang="en-US" sz="1400" dirty="0"/>
              <a:t> value = 20</a:t>
            </a:r>
          </a:p>
        </p:txBody>
      </p:sp>
    </p:spTree>
    <p:extLst>
      <p:ext uri="{BB962C8B-B14F-4D97-AF65-F5344CB8AC3E}">
        <p14:creationId xmlns:p14="http://schemas.microsoft.com/office/powerpoint/2010/main" xmlns="" val="40721848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339674"/>
            <a:ext cx="6508377" cy="816878"/>
          </a:xfrm>
        </p:spPr>
        <p:txBody>
          <a:bodyPr/>
          <a:lstStyle/>
          <a:p>
            <a:r>
              <a:rPr lang="en-US" b="1" dirty="0" smtClean="0"/>
              <a:t>Summary </a:t>
            </a:r>
            <a:r>
              <a:rPr lang="en-US" b="1" dirty="0"/>
              <a:t>Bit wise Operators</a:t>
            </a:r>
            <a:endParaRPr lang="en-US" dirty="0"/>
          </a:p>
        </p:txBody>
      </p:sp>
      <p:sp>
        <p:nvSpPr>
          <p:cNvPr id="3" name="Content Placeholder 2"/>
          <p:cNvSpPr>
            <a:spLocks noGrp="1"/>
          </p:cNvSpPr>
          <p:nvPr>
            <p:ph idx="1"/>
          </p:nvPr>
        </p:nvSpPr>
        <p:spPr>
          <a:xfrm>
            <a:off x="356182" y="1862828"/>
            <a:ext cx="8402551" cy="4696300"/>
          </a:xfrm>
        </p:spPr>
        <p:txBody>
          <a:bodyPr>
            <a:normAutofit fontScale="92500" lnSpcReduction="20000"/>
          </a:bodyPr>
          <a:lstStyle/>
          <a:p>
            <a:pPr marL="457200" indent="-457200">
              <a:buFont typeface="+mj-ea"/>
              <a:buAutoNum type="circleNumDbPlain"/>
            </a:pPr>
            <a:r>
              <a:rPr lang="en-US" dirty="0" smtClean="0"/>
              <a:t>To </a:t>
            </a:r>
            <a:r>
              <a:rPr lang="en-US" dirty="0"/>
              <a:t>help manipulate hardware oriented data—individual bits rather than bytes a set of bitwise operators are used.</a:t>
            </a:r>
          </a:p>
          <a:p>
            <a:pPr marL="457200" indent="-457200">
              <a:buFont typeface="+mj-ea"/>
              <a:buAutoNum type="circleNumDbPlain"/>
            </a:pPr>
            <a:r>
              <a:rPr lang="en-US" dirty="0" smtClean="0"/>
              <a:t>The </a:t>
            </a:r>
            <a:r>
              <a:rPr lang="en-US" dirty="0"/>
              <a:t>bitwise operators include operators like one’s complement, right-shift, left-shift, bitwise AND, OR, and XOR.</a:t>
            </a:r>
          </a:p>
          <a:p>
            <a:pPr marL="457200" indent="-457200">
              <a:buFont typeface="+mj-ea"/>
              <a:buAutoNum type="circleNumDbPlain"/>
            </a:pPr>
            <a:r>
              <a:rPr lang="en-US" dirty="0" smtClean="0"/>
              <a:t>The </a:t>
            </a:r>
            <a:r>
              <a:rPr lang="en-US" dirty="0"/>
              <a:t>one’s complement converts all zeros in its operand to 1s and all 1s to 0s.</a:t>
            </a:r>
          </a:p>
          <a:p>
            <a:pPr marL="457200" indent="-457200">
              <a:buFont typeface="+mj-ea"/>
              <a:buAutoNum type="circleNumDbPlain"/>
            </a:pPr>
            <a:r>
              <a:rPr lang="en-US" dirty="0" smtClean="0"/>
              <a:t>The </a:t>
            </a:r>
            <a:r>
              <a:rPr lang="en-US" dirty="0"/>
              <a:t>right-shift and left-shift operators are useful in eliminating bits from a number—either from the left or from the right.</a:t>
            </a:r>
          </a:p>
          <a:p>
            <a:pPr marL="457200" indent="-457200">
              <a:buFont typeface="+mj-ea"/>
              <a:buAutoNum type="circleNumDbPlain"/>
            </a:pPr>
            <a:r>
              <a:rPr lang="en-US" dirty="0" smtClean="0"/>
              <a:t>The </a:t>
            </a:r>
            <a:r>
              <a:rPr lang="en-US" dirty="0"/>
              <a:t>bitwise AND operators is useful in testing whether a bit is on/off and in putting off a particular bit.</a:t>
            </a:r>
          </a:p>
          <a:p>
            <a:pPr marL="457200" indent="-457200">
              <a:buFont typeface="+mj-ea"/>
              <a:buAutoNum type="circleNumDbPlain"/>
            </a:pPr>
            <a:r>
              <a:rPr lang="en-US" dirty="0" smtClean="0"/>
              <a:t>The </a:t>
            </a:r>
            <a:r>
              <a:rPr lang="en-US" dirty="0"/>
              <a:t>bitwise OR operator is used to turn on a particular bit. </a:t>
            </a:r>
          </a:p>
          <a:p>
            <a:pPr marL="457200" indent="-457200">
              <a:buFont typeface="+mj-ea"/>
              <a:buAutoNum type="circleNumDbPlain"/>
            </a:pPr>
            <a:r>
              <a:rPr lang="en-US" dirty="0" smtClean="0"/>
              <a:t>The </a:t>
            </a:r>
            <a:r>
              <a:rPr lang="en-US" dirty="0"/>
              <a:t>XOR operator works almost same as the OR </a:t>
            </a:r>
            <a:r>
              <a:rPr lang="en-US" dirty="0" smtClean="0"/>
              <a:t>operator except </a:t>
            </a:r>
            <a:r>
              <a:rPr lang="en-US" dirty="0"/>
              <a:t>one minor variation.</a:t>
            </a:r>
          </a:p>
        </p:txBody>
      </p:sp>
    </p:spTree>
    <p:extLst>
      <p:ext uri="{BB962C8B-B14F-4D97-AF65-F5344CB8AC3E}">
        <p14:creationId xmlns:p14="http://schemas.microsoft.com/office/powerpoint/2010/main" xmlns="" val="3137207696"/>
      </p:ext>
    </p:extLst>
  </p:cSld>
  <p:clrMapOvr>
    <a:masterClrMapping/>
  </p:clrMapOvr>
</p:sld>
</file>

<file path=ppt/theme/theme1.xml><?xml version="1.0" encoding="utf-8"?>
<a:theme xmlns:a="http://schemas.openxmlformats.org/drawingml/2006/main" name="Plaza">
  <a:themeElements>
    <a:clrScheme name="Plaza">
      <a:dk1>
        <a:sysClr val="windowText" lastClr="000000"/>
      </a:dk1>
      <a:lt1>
        <a:sysClr val="window" lastClr="FFFFFF"/>
      </a:lt1>
      <a:dk2>
        <a:srgbClr val="333333"/>
      </a:dk2>
      <a:lt2>
        <a:srgbClr val="CCCCCC"/>
      </a:lt2>
      <a:accent1>
        <a:srgbClr val="990000"/>
      </a:accent1>
      <a:accent2>
        <a:srgbClr val="580101"/>
      </a:accent2>
      <a:accent3>
        <a:srgbClr val="E94A00"/>
      </a:accent3>
      <a:accent4>
        <a:srgbClr val="EB8F00"/>
      </a:accent4>
      <a:accent5>
        <a:srgbClr val="A4A4A4"/>
      </a:accent5>
      <a:accent6>
        <a:srgbClr val="666666"/>
      </a:accent6>
      <a:hlink>
        <a:srgbClr val="D01010"/>
      </a:hlink>
      <a:folHlink>
        <a:srgbClr val="E6682E"/>
      </a:folHlink>
    </a:clrScheme>
    <a:fontScheme name="Plaza">
      <a:majorFont>
        <a:latin typeface="Century Gothic"/>
        <a:ea typeface=""/>
        <a:cs typeface=""/>
        <a:font script="Jpan" typeface="メイリオ"/>
        <a:font script="Hans" typeface="宋体"/>
        <a:font script="Hant" typeface="新細明體"/>
      </a:majorFont>
      <a:minorFont>
        <a:latin typeface="Century Gothic"/>
        <a:ea typeface=""/>
        <a:cs typeface=""/>
        <a:font script="Jpan" typeface="メイリオ"/>
        <a:font script="Hans" typeface="宋体"/>
        <a:font script="Hant" typeface="新細明體"/>
      </a:minorFont>
    </a:fontScheme>
    <a:fmtScheme name="Plaza">
      <a:fillStyleLst>
        <a:solidFill>
          <a:schemeClr val="phClr"/>
        </a:solidFill>
        <a:gradFill rotWithShape="1">
          <a:gsLst>
            <a:gs pos="0">
              <a:schemeClr val="phClr">
                <a:tint val="100000"/>
                <a:shade val="60000"/>
                <a:satMod val="135000"/>
              </a:schemeClr>
            </a:gs>
            <a:gs pos="100000">
              <a:schemeClr val="phClr">
                <a:tint val="100000"/>
                <a:shade val="100000"/>
                <a:satMod val="135000"/>
              </a:schemeClr>
            </a:gs>
          </a:gsLst>
          <a:lin ang="16200000" scaled="1"/>
        </a:gradFill>
        <a:gradFill rotWithShape="1">
          <a:gsLst>
            <a:gs pos="0">
              <a:schemeClr val="phClr">
                <a:shade val="70000"/>
                <a:satMod val="120000"/>
              </a:schemeClr>
            </a:gs>
            <a:gs pos="35000">
              <a:schemeClr val="phClr">
                <a:shade val="100000"/>
                <a:satMod val="150000"/>
              </a:schemeClr>
            </a:gs>
            <a:gs pos="70000">
              <a:schemeClr val="phClr">
                <a:tint val="100000"/>
                <a:shade val="100000"/>
                <a:satMod val="200000"/>
                <a:greenMod val="100000"/>
              </a:schemeClr>
            </a:gs>
            <a:gs pos="100000">
              <a:schemeClr val="phClr">
                <a:tint val="100000"/>
                <a:shade val="100000"/>
                <a:satMod val="250000"/>
                <a:greenMod val="100000"/>
              </a:schemeClr>
            </a:gs>
          </a:gsLst>
          <a:lin ang="162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innerShdw blurRad="190500" dist="63500" dir="5400000">
              <a:srgbClr val="FFFFFF">
                <a:alpha val="65000"/>
              </a:srgbClr>
            </a:innerShdw>
          </a:effectLst>
          <a:scene3d>
            <a:camera prst="orthographicFront">
              <a:rot lat="0" lon="0" rev="0"/>
            </a:camera>
            <a:lightRig rig="twoPt" dir="r">
              <a:rot lat="0" lon="0" rev="6000000"/>
            </a:lightRig>
          </a:scene3d>
          <a:sp3d prstMaterial="matte">
            <a:bevelT w="0" h="0" prst="relaxedInset"/>
          </a:sp3d>
        </a:effectStyle>
        <a:effectStyle>
          <a:effectLst>
            <a:innerShdw blurRad="50800" dist="25400" dir="13500000">
              <a:srgbClr val="FFFFFF">
                <a:alpha val="75000"/>
              </a:srgbClr>
            </a:innerShdw>
            <a:outerShdw blurRad="88900" dist="38100" dir="6600000" sx="101000" sy="101000" rotWithShape="0">
              <a:srgbClr val="000000">
                <a:alpha val="50000"/>
              </a:srgbClr>
            </a:outerShdw>
          </a:effectLst>
          <a:scene3d>
            <a:camera prst="perspectiveFront" fov="3000000"/>
            <a:lightRig rig="morning" dir="tl">
              <a:rot lat="0" lon="0" rev="1800000"/>
            </a:lightRig>
          </a:scene3d>
          <a:sp3d contourW="38100" prstMaterial="softEdge">
            <a:bevelT w="25400" h="38100"/>
            <a:contourClr>
              <a:schemeClr val="phClr">
                <a:tint val="6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557</TotalTime>
  <Words>1217</Words>
  <Application>Microsoft Office PowerPoint</Application>
  <PresentationFormat>On-screen Show (4:3)</PresentationFormat>
  <Paragraphs>82</Paragraphs>
  <Slides>19</Slides>
  <Notes>0</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Plaza</vt:lpstr>
      <vt:lpstr>Operators And Expression Bit wise Operators</vt:lpstr>
      <vt:lpstr>Bit wise Operators</vt:lpstr>
      <vt:lpstr>Bit wise Operators</vt:lpstr>
      <vt:lpstr>One’s Complement Operator (~)</vt:lpstr>
      <vt:lpstr>Use of one’s complement operator</vt:lpstr>
      <vt:lpstr>Right Shift Operator (&gt;&gt;)</vt:lpstr>
      <vt:lpstr>Left Shift Operator (&lt;&lt;)</vt:lpstr>
      <vt:lpstr>Bitwise AND Operator (&amp;)</vt:lpstr>
      <vt:lpstr>Bitwise AND Operator (&amp;)</vt:lpstr>
      <vt:lpstr>Bitwise AND Operator (&amp;)</vt:lpstr>
      <vt:lpstr>Bitwise AND Operator (&amp;)</vt:lpstr>
      <vt:lpstr>Bitwise AND Operator (&amp;)</vt:lpstr>
      <vt:lpstr>Bitwise AND Operator (&amp;)</vt:lpstr>
      <vt:lpstr>Bit wise AND operator</vt:lpstr>
      <vt:lpstr>Bitwise XOR Operator (^)</vt:lpstr>
      <vt:lpstr>Truth table for bit wise  operations</vt:lpstr>
      <vt:lpstr>Bit wise Operators</vt:lpstr>
      <vt:lpstr>Example program for bit wise operators in C</vt:lpstr>
      <vt:lpstr>Summary Bit wise Operators</vt:lpstr>
    </vt:vector>
  </TitlesOfParts>
  <Company>University of Trento</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Precedence And Associativity Of Operators</dc:title>
  <dc:creator>S. R. H. Noori</dc:creator>
  <cp:lastModifiedBy>Abu Sayeed</cp:lastModifiedBy>
  <cp:revision>103</cp:revision>
  <dcterms:created xsi:type="dcterms:W3CDTF">2014-02-07T18:06:32Z</dcterms:created>
  <dcterms:modified xsi:type="dcterms:W3CDTF">2019-02-25T02:53:35Z</dcterms:modified>
</cp:coreProperties>
</file>