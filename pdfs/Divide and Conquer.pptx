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9" r:id="rId1"/>
  </p:sldMasterIdLst>
  <p:notesMasterIdLst>
    <p:notesMasterId r:id="rId41"/>
  </p:notesMasterIdLst>
  <p:handoutMasterIdLst>
    <p:handoutMasterId r:id="rId42"/>
  </p:handoutMasterIdLst>
  <p:sldIdLst>
    <p:sldId id="326" r:id="rId2"/>
    <p:sldId id="358" r:id="rId3"/>
    <p:sldId id="359" r:id="rId4"/>
    <p:sldId id="258" r:id="rId5"/>
    <p:sldId id="392" r:id="rId6"/>
    <p:sldId id="457" r:id="rId7"/>
    <p:sldId id="458" r:id="rId8"/>
    <p:sldId id="425" r:id="rId9"/>
    <p:sldId id="426" r:id="rId10"/>
    <p:sldId id="427" r:id="rId11"/>
    <p:sldId id="428" r:id="rId12"/>
    <p:sldId id="429" r:id="rId13"/>
    <p:sldId id="430" r:id="rId14"/>
    <p:sldId id="431" r:id="rId15"/>
    <p:sldId id="432" r:id="rId16"/>
    <p:sldId id="433" r:id="rId17"/>
    <p:sldId id="434" r:id="rId18"/>
    <p:sldId id="435" r:id="rId19"/>
    <p:sldId id="436" r:id="rId20"/>
    <p:sldId id="437" r:id="rId21"/>
    <p:sldId id="438" r:id="rId22"/>
    <p:sldId id="439" r:id="rId23"/>
    <p:sldId id="440" r:id="rId24"/>
    <p:sldId id="441" r:id="rId25"/>
    <p:sldId id="442" r:id="rId26"/>
    <p:sldId id="443" r:id="rId27"/>
    <p:sldId id="444" r:id="rId28"/>
    <p:sldId id="445" r:id="rId29"/>
    <p:sldId id="446" r:id="rId30"/>
    <p:sldId id="447" r:id="rId31"/>
    <p:sldId id="448" r:id="rId32"/>
    <p:sldId id="449" r:id="rId33"/>
    <p:sldId id="450" r:id="rId34"/>
    <p:sldId id="451" r:id="rId35"/>
    <p:sldId id="452" r:id="rId36"/>
    <p:sldId id="453" r:id="rId37"/>
    <p:sldId id="454" r:id="rId38"/>
    <p:sldId id="455" r:id="rId39"/>
    <p:sldId id="456" r:id="rId40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800" u="sng" kern="1200">
        <a:solidFill>
          <a:schemeClr val="hlink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u="sng" kern="1200">
        <a:solidFill>
          <a:schemeClr val="hlink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u="sng" kern="1200">
        <a:solidFill>
          <a:schemeClr val="hlink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u="sng" kern="1200">
        <a:solidFill>
          <a:schemeClr val="hlink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u="sng" kern="1200">
        <a:solidFill>
          <a:schemeClr val="hlink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800" u="sng" kern="1200">
        <a:solidFill>
          <a:schemeClr val="hlink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800" u="sng" kern="1200">
        <a:solidFill>
          <a:schemeClr val="hlink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800" u="sng" kern="1200">
        <a:solidFill>
          <a:schemeClr val="hlink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800" u="sng" kern="1200">
        <a:solidFill>
          <a:schemeClr val="hlink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160" autoAdjust="0"/>
    <p:restoredTop sz="94354" autoAdjust="0"/>
  </p:normalViewPr>
  <p:slideViewPr>
    <p:cSldViewPr>
      <p:cViewPr varScale="1">
        <p:scale>
          <a:sx n="120" d="100"/>
          <a:sy n="120" d="100"/>
        </p:scale>
        <p:origin x="43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8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4.xml"/><Relationship Id="rId2" Type="http://schemas.openxmlformats.org/officeDocument/2006/relationships/slide" Target="slides/slide3.xml"/><Relationship Id="rId1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9D7D2A63-CC44-51A9-B001-372FFDCCB29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u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C59ECE6B-CFB9-7307-50DA-65366190168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u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8068" name="Rectangle 4">
            <a:extLst>
              <a:ext uri="{FF2B5EF4-FFF2-40B4-BE49-F238E27FC236}">
                <a16:creationId xmlns:a16="http://schemas.microsoft.com/office/drawing/2014/main" id="{82759CD8-D833-AE57-1D1C-96765B88C30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u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8069" name="Rectangle 5">
            <a:extLst>
              <a:ext uri="{FF2B5EF4-FFF2-40B4-BE49-F238E27FC236}">
                <a16:creationId xmlns:a16="http://schemas.microsoft.com/office/drawing/2014/main" id="{918D56D5-4589-30F8-0CE3-85CF5C57558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u="none">
                <a:solidFill>
                  <a:schemeClr val="tx1"/>
                </a:solidFill>
              </a:defRPr>
            </a:lvl1pPr>
          </a:lstStyle>
          <a:p>
            <a:fld id="{348C9C48-97FC-4641-879D-5AA09BBF5B8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ECFC7804-E0A9-C7DB-0415-39676467951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u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42BC9A96-861E-FB0E-E3A7-FA18958CC9C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u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3012" name="Rectangle 4">
            <a:extLst>
              <a:ext uri="{FF2B5EF4-FFF2-40B4-BE49-F238E27FC236}">
                <a16:creationId xmlns:a16="http://schemas.microsoft.com/office/drawing/2014/main" id="{7E475AE8-6D1D-2A80-587E-14F3F8650407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A237607F-5E01-27E3-E283-4F48FB3CA2C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3851663D-FCB3-FC4C-AFD4-2037486E11E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u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B442B0FA-925B-F107-5B6E-C632544AF2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u="none">
                <a:solidFill>
                  <a:schemeClr val="tx1"/>
                </a:solidFill>
              </a:defRPr>
            </a:lvl1pPr>
          </a:lstStyle>
          <a:p>
            <a:fld id="{9357CDC0-E122-3543-B1AA-9DE40C43008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7C1164D7-576F-E464-2153-748B49ED70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1AB2ADE6-C90C-3F40-AF00-1623708BADC5}" type="slidenum">
              <a:rPr lang="en-US" altLang="zh-TW" sz="1200" u="none">
                <a:solidFill>
                  <a:schemeClr val="tx1"/>
                </a:solidFill>
              </a:rPr>
              <a:pPr eaLnBrk="1" hangingPunct="1"/>
              <a:t>1</a:t>
            </a:fld>
            <a:endParaRPr lang="en-US" altLang="zh-TW" sz="1200" u="none">
              <a:solidFill>
                <a:schemeClr val="tx1"/>
              </a:solidFill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799A4901-0057-0B52-5587-DCC105E4C0E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C62D90D9-D1A6-C7F5-9653-AA8E377177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F29D743F-9C32-7940-CEFD-9FD3981BFF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2F1D5096-B317-734D-8EEC-68BE84B5C2F5}" type="slidenum">
              <a:rPr lang="en-US" altLang="zh-TW" sz="1200" u="none">
                <a:solidFill>
                  <a:schemeClr val="tx1"/>
                </a:solidFill>
              </a:rPr>
              <a:pPr eaLnBrk="1" hangingPunct="1"/>
              <a:t>2</a:t>
            </a:fld>
            <a:endParaRPr lang="en-US" altLang="zh-TW" sz="1200" u="none">
              <a:solidFill>
                <a:schemeClr val="tx1"/>
              </a:solidFill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9E4BF825-2141-2BD0-2EF0-DB56BA2B86B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771088BB-2881-A399-3F83-83B28E8C6B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043768DE-9F4C-C833-1BB2-76CBA5DB08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1DCF2A98-90B9-6A43-9416-B84DD762E821}" type="slidenum">
              <a:rPr lang="en-US" altLang="zh-TW" sz="1200" u="none">
                <a:solidFill>
                  <a:schemeClr val="tx1"/>
                </a:solidFill>
              </a:rPr>
              <a:pPr eaLnBrk="1" hangingPunct="1"/>
              <a:t>3</a:t>
            </a:fld>
            <a:endParaRPr lang="en-US" altLang="zh-TW" sz="1200" u="none">
              <a:solidFill>
                <a:schemeClr val="tx1"/>
              </a:solidFill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6C03C5B5-477C-67E6-F9F9-FEE1624BCAC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2F9DFA91-E9AE-F025-5C41-33AD174FA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B5D6E185-8E31-8D5F-1EC5-5F93240906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44246C96-FD2B-114A-A423-9F60C9EA12F3}" type="slidenum">
              <a:rPr lang="en-US" altLang="zh-TW" sz="1200" u="none">
                <a:solidFill>
                  <a:schemeClr val="tx1"/>
                </a:solidFill>
              </a:rPr>
              <a:pPr eaLnBrk="1" hangingPunct="1"/>
              <a:t>4</a:t>
            </a:fld>
            <a:endParaRPr lang="en-US" altLang="zh-TW" sz="1200" u="none">
              <a:solidFill>
                <a:schemeClr val="tx1"/>
              </a:solidFill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D56259B-AD64-B4E6-7DD9-3434A90231A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4D7EB97E-0D7F-A6F7-AABF-B51654B77F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C5770C07-0E80-6670-76DB-AD4041FCDB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B83067F3-32DC-E44B-83E6-E8AB5523BF97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8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1C4E404D-B440-B9C8-D395-0FE7821141E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7030F1E8-F86C-5C65-E455-9125DEDDE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AF0477DC-D3B0-E065-3EA0-31E6C6BA25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BDE5276D-B0A6-2E49-A3BB-2AA0D4216803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9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BB2D2B7E-58D5-F44E-6D9A-DDE6B61A150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FE4A69B0-110B-F93F-78D9-A9C2F38522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5F373799-B8C8-52F0-49D7-3D05BF75E9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B62D3A85-B0EE-8048-9C10-68F280A3BD21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10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0E1E9811-DD73-19E4-E27D-40325B0B9E6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61DD8EB8-60A9-4959-835C-A660779379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E1A806D7-81B7-2B5B-DB57-BDEC963CFA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93F47755-D4FE-DC41-AB55-DC636B0D7C14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11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3594B8DA-C945-E304-6D8A-3864B0F5D51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8E12F001-9164-26AF-245F-9022A22C78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A03F86E3-1D3A-63D6-CC0F-E12AE69FF2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6882EF93-523A-664B-B896-35AEF3EAEB25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12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5CEEE586-7BA9-41D9-DC99-F66A003BB52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421938B9-1A54-770F-1AB1-608609256D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F7753AA3-576C-C9EF-3ADC-A70C2DF0CC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CF7577FD-76EA-C94A-B32A-D2D8632388D5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13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07055917-804E-255A-D30D-200833ADCB5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C0D4FE27-3DF2-79EB-8F37-73EE8F46A2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DD4F4B1C-A822-1C43-9B95-2875CC840C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CBF58D9-796C-3B46-8166-6B0AD385241E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14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93CF3807-1CD5-8561-B991-7FD47941370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5587B265-B4F9-AF66-B603-A537AA1B25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601648A6-D3B9-41A1-3570-254C2AFE47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2F42D8CB-1DC3-4545-81D2-34702F405346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15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4A327651-5C92-CB4C-4CC6-0E648245EA1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A3D7188F-D9AC-59ED-1B96-9FCFAA1189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36375E27-B20C-FF1A-9F81-F137AF5284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C6EE4F9-4B65-8D46-A8ED-AE01A1E2C7FB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16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911F899F-7F7C-EC4B-8594-1E39ECE0796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063D622D-548B-C50B-EFDB-A52E46F429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4AACFBA2-E897-B5C2-1EDE-E91706DBFA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23CD59E-594F-BD44-BA4A-7E6C097D3952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17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4C45FD1D-9886-63D0-B9B1-7A43182431C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1C972ED4-FD00-1FA5-38C7-35F38DB5AC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8368E275-E0FA-7CE7-3E1B-613CFDC804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0887ECE-4FDE-EE4A-87D3-BE0B8D586431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18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3F40BA1E-F775-8E42-4960-1D54CAAFC6F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BD055D53-3A44-2B62-DE75-F31E18F075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DA344970-8987-BAE6-72B0-13F73D8024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E27E264-D21D-B741-A950-C5666DFF4D35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19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CC0D6EE9-4456-1AD7-BB7A-CD9984843D4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D335232F-6E6B-0504-4202-FA8163DEBC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54288518-B454-3075-831E-CED8A1B6D5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65F6F6D9-2EB1-E74D-A4D6-0FAE326D975E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20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F172DF26-69E0-B227-8E6E-BD3866EBEEF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74E9A608-1E51-6CD9-DAEA-C06FA940CD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B519CB95-8EF6-B1A0-B8F8-5AF057E6B8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910868F-0300-1842-B880-02DFD71494DA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21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8281FEBB-6CFF-9FD3-8A97-8A019ED1025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75A17B95-EF35-AA71-94B7-8E2A3B465B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0BFD1882-EB23-8F6F-B9C3-2281F72E0E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CB7A5AA7-4290-5A47-95F4-38A8C212C61E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22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99AE1C84-15A1-02E1-4369-64C49B458E1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3DB52E62-A110-2E05-3548-6AF6428158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B8CF3B7E-6662-54C8-3455-70BAFB3012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97C2A09-9339-734A-8FF0-286BF92E5017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23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AFD12C22-C3F7-D0C2-78A5-B6B74CC62F9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DBEEFF5D-6037-0927-0862-EB8AC48838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989E46E5-6C60-98A5-D327-486F01D2E3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76295A7-4131-5449-9B7B-793D6AE006DC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24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03373B88-0E8D-24FD-05A4-955AD1B8007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0D1F9D51-072A-18F9-08E3-D52F1FE239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327872E3-538E-A40D-AC7A-12DE005629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483833DF-1D92-7C4A-8294-9E4375A8C68A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25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C7A0AF21-5B62-08FF-41BA-3615F30F10A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3727A433-0B41-AA78-D9BF-9A254D78F9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905E7DD3-975B-0416-DFAA-393CC6CBDF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63963CF2-66C8-6D44-9FF3-E2B3A018B9BD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26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1B7352A3-2846-24A9-A442-A9B51EFCF5C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474F8433-43C5-0B53-EABF-877D0AB8E9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0970892E-D23D-F7C0-76FE-BBEAFED86B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8BA9AFF4-4BBB-3444-82F9-79E44ACBB0C9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27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F1ECFDED-A8E8-409E-82A3-5D2698C6936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E01F55FF-2EFA-C64C-CB1E-5CC16E07CF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4781C258-556A-DC50-C6D7-DE5A54A826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4B8818E-0E8C-BB49-B611-8A12DFF54AAD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28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5896674E-581E-720A-EBA3-3B12C435F36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E1CEBD33-6069-B219-F2EF-6189CBFD3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AFE9955F-C1EF-F666-EC08-3BAF6ED085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C3A5414-4DAE-7448-8AB9-9E44629C7BB2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29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0C22A4C6-8577-F5CD-3A92-65802516BA0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A837AC30-665D-4E4A-3F66-EB6A22D511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132AF98A-76B7-5A2C-B8EF-A2A865B26B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0F5EE975-BDBE-F444-A358-5075C7E33A71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30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02F530F9-48E3-0C6E-36FF-9DCCE91457E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65225" y="703263"/>
            <a:ext cx="4529138" cy="3397250"/>
          </a:xfrm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470ADF31-22F2-1D4E-D495-E4FE44212E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0225"/>
            <a:ext cx="5029200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5AB3E583-1294-786A-760A-75826BAD3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D976CC6-CEB4-4943-B8C1-283D87685246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31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631D90EC-DD1E-9742-F3E4-768BD684C59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65225" y="703263"/>
            <a:ext cx="4529138" cy="3397250"/>
          </a:xfrm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BF6CA95E-51F8-053B-7FB9-9A6E64E1A8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0225"/>
            <a:ext cx="5029200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440D480E-602C-945E-E0F0-CA48B447BD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B46F816-46F7-7C44-9354-A8FC08A788A4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32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F32CA4C4-1A32-01D9-FCF3-794D84CD05A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65225" y="703263"/>
            <a:ext cx="4529138" cy="339725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05787E-00C5-1302-10A6-00E195AC0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0225"/>
            <a:ext cx="5029200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17942404-A9F5-4F36-EAF1-E4C87E2135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F90AE2B-F7B1-FA42-B714-4D2A2E06B5D3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33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AE16DFBD-BFCD-E1FF-0494-3B56924613F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65225" y="703263"/>
            <a:ext cx="4529138" cy="3397250"/>
          </a:xfrm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7B38C088-73A4-F5A0-0676-59AD999A64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0225"/>
            <a:ext cx="5029200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2290E105-96DA-58D2-EBB9-D59E02B192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186EFB6A-18B0-164A-944F-CE1460494A0A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34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15FABBE-2115-9B63-B14A-84742363486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65225" y="703263"/>
            <a:ext cx="4529138" cy="3397250"/>
          </a:xfrm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F9D266FD-9261-4B08-F0B9-5E61C034CA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0225"/>
            <a:ext cx="5029200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00D89243-7C4B-5A5A-2CA9-A0CC5D3C6C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629B233B-78A6-7C4C-B6DD-4FC454BA6258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35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4D758DE6-79FA-F617-AAE2-7CA1695B194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65225" y="703263"/>
            <a:ext cx="4529138" cy="3397250"/>
          </a:xfrm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9AC2EE77-A4A3-7551-8A76-FD8098DC6E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0225"/>
            <a:ext cx="5029200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5180A9DE-9213-8072-B2E2-9972BDC68E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159EFD5E-052E-DC43-9987-A9B69180FEA0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36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54160009-AC44-DC85-9EDD-15349B983E5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65225" y="703263"/>
            <a:ext cx="4529138" cy="3397250"/>
          </a:xfrm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6ABA0733-DC5C-C721-FD53-70E61DDEB3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0225"/>
            <a:ext cx="5029200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2A3BB2D2-94D0-80C6-7006-876B08A6BD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3C449AD-7DC7-9741-9B2D-C63CD0BCAFB8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37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37E9A98B-7F9F-D369-D047-7E9E1BD6957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65225" y="703263"/>
            <a:ext cx="4529138" cy="3397250"/>
          </a:xfrm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28B725F1-85A5-1314-50ED-A49A6E4A48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0225"/>
            <a:ext cx="5029200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FE137CB3-AD25-3246-993D-3377531AF5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9B39907-395F-1547-AC8E-494334197F46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38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4C4097BA-4A03-2109-7EF2-4F7DFC43576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65225" y="703263"/>
            <a:ext cx="4529138" cy="3397250"/>
          </a:xfrm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2EC3F27C-A86A-0290-D2C2-18F7FB638D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0225"/>
            <a:ext cx="5029200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1129A9A6-FF48-1ABD-BC2E-CFD8BDD17D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27859EE0-8E5D-144D-A132-46DEDDD10590}" type="slidenum">
              <a:rPr lang="en-CA" altLang="en-BD" sz="1200" u="none">
                <a:solidFill>
                  <a:schemeClr val="tx1"/>
                </a:solidFill>
              </a:rPr>
              <a:pPr eaLnBrk="1" hangingPunct="1"/>
              <a:t>39</a:t>
            </a:fld>
            <a:endParaRPr lang="en-CA" altLang="en-BD" sz="1200" u="none">
              <a:solidFill>
                <a:schemeClr val="tx1"/>
              </a:solidFill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A46F4A23-9FC2-602B-AC5B-311E4748899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65225" y="703263"/>
            <a:ext cx="4529138" cy="3397250"/>
          </a:xfrm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83DD9826-9697-2B90-8F51-BB17642D4E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0225"/>
            <a:ext cx="5029200" cy="4106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BD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5611E2B-EC60-C0BA-5DDF-3581A700C08A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831A127B-F502-8E44-F659-F4DC9AC3CD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D2F7C76C-F8A8-8196-73A0-659F7EF357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DFB21667-3E87-43AB-13C8-A5586E212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AA20D171-F6B6-1010-5C98-A02F8C954D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4342720-B36C-7373-F087-510F25BC5E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DC1572C-FB52-B93B-7C9B-CE6765C3DB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572FC4-65AB-29B1-9B89-3975AD724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3187AC-C490-EA22-706B-8DDC30B8C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DECB193-36E7-26A7-E48C-0F8C02DDFA7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02C67D83-3766-D855-3943-764F2A327D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45910D-0AF2-0A40-887F-F2E5AAF4B2E7}" type="datetime1">
              <a:rPr lang="zh-TW" altLang="en-US"/>
              <a:pPr>
                <a:defRPr/>
              </a:pPr>
              <a:t>2025/12/9</a:t>
            </a:fld>
            <a:endParaRPr lang="en-US" altLang="zh-TW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09E307DC-E485-C7E4-CD60-56D971A0E1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362200" y="6248400"/>
            <a:ext cx="5029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4</a:t>
            </a: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8A37EE6A-135F-4871-F523-99D5802428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C11221B-1468-064D-AA83-8182FFD16FC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579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D8F949F-A297-6B9D-02D8-90E414CB84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98E8C4-A614-CE4E-B4B2-2C33AA0BD3D8}" type="datetime1">
              <a:rPr lang="zh-TW" altLang="en-US"/>
              <a:pPr>
                <a:defRPr/>
              </a:pPr>
              <a:t>2025/12/9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D177159-0F3A-3EC4-52B3-C740A1054F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94BC395-B95A-5822-BB3D-14541B69A8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4 -</a:t>
            </a:r>
            <a:fld id="{9F1F8466-02CF-2C49-A984-F3F4343CDBA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79567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F73E245-31A7-E77A-EFDA-23962AD8D9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2693E-C0FB-8B48-B738-3F50EB4C2AE9}" type="datetime1">
              <a:rPr lang="zh-TW" altLang="en-US"/>
              <a:pPr>
                <a:defRPr/>
              </a:pPr>
              <a:t>2025/12/9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14E323D-03B1-90A0-7C36-0CB8AFDF2F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41A2EC1-EA4F-14A2-20BD-36302B3E46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4 -</a:t>
            </a:r>
            <a:fld id="{85A4EF44-11C3-0E4B-8721-EA1E920D4BE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92287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62000" y="1524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524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5679016-AE61-442E-251A-AF830ADA9F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D44336-0A3C-584C-A6F6-D8034AC8DBAB}" type="datetime1">
              <a:rPr lang="zh-TW" altLang="en-US"/>
              <a:pPr>
                <a:defRPr/>
              </a:pPr>
              <a:t>2025/12/9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56723A1-038A-0E52-CF96-3153313D23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244D127-A0FB-FFA8-D733-C298A6CFB9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4 -</a:t>
            </a:r>
            <a:fld id="{7789CE75-A07A-7840-B703-42B1CE36A62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82102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8A995042-6F03-73B9-2D58-192DB61F1D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5E86F8-8B02-F147-95E6-160C9AE51762}" type="datetime1">
              <a:rPr lang="zh-TW" altLang="en-US"/>
              <a:pPr>
                <a:defRPr/>
              </a:pPr>
              <a:t>2025/12/9</a:t>
            </a:fld>
            <a:endParaRPr lang="en-US" altLang="zh-TW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170B1D0A-FFDB-00EC-5E9D-036A2237EB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1157F6C2-B721-3C3B-6CA3-146991B44F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4 -</a:t>
            </a:r>
            <a:fld id="{62B23B43-795D-BF41-B7A3-FDC9BC12CD7F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87625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46D488A8-A070-7D73-7859-15F2C7FBBB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1E1C5-AC3C-7347-B2F1-B167C131A817}" type="datetime1">
              <a:rPr lang="zh-TW" altLang="en-US"/>
              <a:pPr>
                <a:defRPr/>
              </a:pPr>
              <a:t>2025/12/9</a:t>
            </a:fld>
            <a:endParaRPr lang="en-US" altLang="zh-TW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E49A9B7F-FCC5-3E0C-A64C-6E371C0A98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9F72EBA-27C4-C760-0111-4B0920CBBC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4 -</a:t>
            </a:r>
            <a:fld id="{D43BFAFE-A543-0D48-BDCA-A1E25161315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99701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4C8F8A55-9AA7-371F-F875-B32628D5DD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719B55-5ACB-F04B-B949-0A3B7CBBAA8F}" type="datetime1">
              <a:rPr lang="zh-TW" altLang="en-US"/>
              <a:pPr>
                <a:defRPr/>
              </a:pPr>
              <a:t>2025/12/9</a:t>
            </a:fld>
            <a:endParaRPr lang="en-US" altLang="zh-TW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2163D75D-32F7-1C0C-CDFE-F2F8514848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317B407D-0F94-259D-DB62-2DB57A4CA3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4 -</a:t>
            </a:r>
            <a:fld id="{158F14F2-8EB3-2B41-B500-8C69BB88043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3705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22E05B6-44BD-86F7-6A2A-20AE25DEF6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48D162-780D-CF4A-B8B2-A11C8A61AB57}" type="datetime1">
              <a:rPr lang="zh-TW" altLang="en-US"/>
              <a:pPr>
                <a:defRPr/>
              </a:pPr>
              <a:t>2025/12/9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86FE65F-32E0-728A-61CC-BC272C2E7F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E77E1C5-3625-1C27-C906-F9340640CF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4 -</a:t>
            </a:r>
            <a:fld id="{A1FDCA87-DBC6-F141-B52C-5A6647274AD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11369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9EAFBC8-F4F4-305F-3790-230915E428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A7C68-E2DD-A043-8995-47D80F589E25}" type="datetime1">
              <a:rPr lang="zh-TW" altLang="en-US"/>
              <a:pPr>
                <a:defRPr/>
              </a:pPr>
              <a:t>2025/12/9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9A0E208-F5A8-A6E1-A2ED-69F34AB4C4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4DBCE82-0667-D707-DAFD-82AB73C703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4 -</a:t>
            </a:r>
            <a:fld id="{62D3E684-A448-3E41-8EAA-0208B6CDF32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43430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D8815F8-1102-0893-11DB-25EA9EC98C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0A37DB-FF61-954A-83C3-2B9832D6229A}" type="datetime1">
              <a:rPr lang="zh-TW" altLang="en-US"/>
              <a:pPr>
                <a:defRPr/>
              </a:pPr>
              <a:t>2025/12/9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09C9960-5064-D7CF-349C-173B373F23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FBD888C-FFD4-B28D-9FFC-493292D257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4 -</a:t>
            </a:r>
            <a:fld id="{AA678714-358A-3B40-B49B-BCB6229E4FC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5801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91300" y="533400"/>
            <a:ext cx="1943100" cy="51054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62000" y="533400"/>
            <a:ext cx="5676900" cy="51054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C0337EC-F9F8-EB05-97CE-119BE4FFBC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D8CD41-E843-C745-AB9E-311EAB1A5C0E}" type="datetime1">
              <a:rPr lang="zh-TW" altLang="en-US"/>
              <a:pPr>
                <a:defRPr/>
              </a:pPr>
              <a:t>2025/12/9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E3BC1F5-A387-2513-8563-432DCEA06E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0127F03-F671-1370-BE7C-A2F6A5045F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4 -</a:t>
            </a:r>
            <a:fld id="{1555AF2E-EDB2-C848-AB99-A01C397E516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43872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9">
            <a:extLst>
              <a:ext uri="{FF2B5EF4-FFF2-40B4-BE49-F238E27FC236}">
                <a16:creationId xmlns:a16="http://schemas.microsoft.com/office/drawing/2014/main" id="{AFC1D269-3C77-FAF2-E1AD-55517F7600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33400"/>
            <a:ext cx="76200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3555" name="Rectangle 10">
            <a:extLst>
              <a:ext uri="{FF2B5EF4-FFF2-40B4-BE49-F238E27FC236}">
                <a16:creationId xmlns:a16="http://schemas.microsoft.com/office/drawing/2014/main" id="{5BB7AE20-E0BC-5B97-F5E6-F75D1A9E3B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524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083" name="Rectangle 11">
            <a:extLst>
              <a:ext uri="{FF2B5EF4-FFF2-40B4-BE49-F238E27FC236}">
                <a16:creationId xmlns:a16="http://schemas.microsoft.com/office/drawing/2014/main" id="{B2142BED-7554-BC28-0BDE-5AE692DC95F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u="none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32E17681-75D5-6B4A-BA01-0F8E8E096B01}" type="datetime1">
              <a:rPr lang="zh-TW" altLang="en-US"/>
              <a:pPr>
                <a:defRPr/>
              </a:pPr>
              <a:t>2025/12/9</a:t>
            </a:fld>
            <a:endParaRPr lang="en-US" altLang="zh-TW"/>
          </a:p>
        </p:txBody>
      </p:sp>
      <p:sp>
        <p:nvSpPr>
          <p:cNvPr id="3084" name="Rectangle 12">
            <a:extLst>
              <a:ext uri="{FF2B5EF4-FFF2-40B4-BE49-F238E27FC236}">
                <a16:creationId xmlns:a16="http://schemas.microsoft.com/office/drawing/2014/main" id="{0D03D3BA-5A79-FA9A-326C-045635F8DC5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62200" y="6324600"/>
            <a:ext cx="4876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 u="none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85" name="Rectangle 13">
            <a:extLst>
              <a:ext uri="{FF2B5EF4-FFF2-40B4-BE49-F238E27FC236}">
                <a16:creationId xmlns:a16="http://schemas.microsoft.com/office/drawing/2014/main" id="{7583C131-9E7F-8A7C-5BB5-636F3FC0778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 u="none">
                <a:solidFill>
                  <a:schemeClr val="accent1"/>
                </a:solidFill>
              </a:defRPr>
            </a:lvl1pPr>
          </a:lstStyle>
          <a:p>
            <a:r>
              <a:rPr lang="en-US" altLang="zh-TW"/>
              <a:t>4 -</a:t>
            </a:r>
            <a:fld id="{6CFFB87C-282D-C344-9DA5-478ED79BED90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投影片編號版面配置區 5">
            <a:extLst>
              <a:ext uri="{FF2B5EF4-FFF2-40B4-BE49-F238E27FC236}">
                <a16:creationId xmlns:a16="http://schemas.microsoft.com/office/drawing/2014/main" id="{01E300DC-35ED-E0A0-37B5-AF6E40B2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en-US" altLang="zh-TW" sz="1400" u="none">
                <a:solidFill>
                  <a:schemeClr val="accent1"/>
                </a:solidFill>
              </a:rPr>
              <a:t>4 -</a:t>
            </a:r>
            <a:fld id="{75A3E910-1D74-E948-9F67-3B5E0739AB1A}" type="slidenum">
              <a:rPr kumimoji="0" lang="en-US" altLang="zh-TW" sz="1400" u="none">
                <a:solidFill>
                  <a:schemeClr val="accent1"/>
                </a:solidFill>
              </a:rPr>
              <a:pPr eaLnBrk="1" hangingPunct="1"/>
              <a:t>1</a:t>
            </a:fld>
            <a:endParaRPr kumimoji="0" lang="en-US" altLang="zh-TW" sz="1400" u="none">
              <a:solidFill>
                <a:schemeClr val="accent1"/>
              </a:solidFill>
            </a:endParaRPr>
          </a:p>
        </p:txBody>
      </p:sp>
      <p:sp>
        <p:nvSpPr>
          <p:cNvPr id="25603" name="Rectangle 1026">
            <a:extLst>
              <a:ext uri="{FF2B5EF4-FFF2-40B4-BE49-F238E27FC236}">
                <a16:creationId xmlns:a16="http://schemas.microsoft.com/office/drawing/2014/main" id="{A409887E-B47A-D334-F923-6197F56BA5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371600"/>
            <a:ext cx="7793038" cy="1143000"/>
          </a:xfrm>
        </p:spPr>
        <p:txBody>
          <a:bodyPr/>
          <a:lstStyle/>
          <a:p>
            <a:pPr eaLnBrk="1" hangingPunct="1"/>
            <a:r>
              <a:rPr lang="en-US" altLang="zh-TW" b="1"/>
              <a:t>Chapter 3</a:t>
            </a:r>
          </a:p>
        </p:txBody>
      </p:sp>
      <p:sp>
        <p:nvSpPr>
          <p:cNvPr id="25604" name="Rectangle 1027">
            <a:extLst>
              <a:ext uri="{FF2B5EF4-FFF2-40B4-BE49-F238E27FC236}">
                <a16:creationId xmlns:a16="http://schemas.microsoft.com/office/drawing/2014/main" id="{DBEFDD5F-74B7-2F0A-9967-F5FD5AF30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352800"/>
            <a:ext cx="70866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sz="3200" b="1" u="none">
                <a:solidFill>
                  <a:schemeClr val="tx1"/>
                </a:solidFill>
              </a:rPr>
              <a:t>Divide-and-Conquer</a:t>
            </a:r>
            <a:endParaRPr lang="en-US" altLang="zh-TW" sz="3200" u="none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投影片編號版面配置區 5">
            <a:extLst>
              <a:ext uri="{FF2B5EF4-FFF2-40B4-BE49-F238E27FC236}">
                <a16:creationId xmlns:a16="http://schemas.microsoft.com/office/drawing/2014/main" id="{6337F0D9-69B6-C369-BABD-B7820842B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en-US" altLang="zh-TW" sz="1400" u="none">
                <a:solidFill>
                  <a:schemeClr val="accent1"/>
                </a:solidFill>
              </a:rPr>
              <a:t>4 -</a:t>
            </a:r>
            <a:fld id="{96A65D6D-D64F-F44D-AC9D-94D6D57B2B01}" type="slidenum">
              <a:rPr kumimoji="0" lang="en-US" altLang="zh-TW" sz="1400" u="none">
                <a:solidFill>
                  <a:schemeClr val="accent1"/>
                </a:solidFill>
              </a:rPr>
              <a:pPr eaLnBrk="1" hangingPunct="1"/>
              <a:t>2</a:t>
            </a:fld>
            <a:endParaRPr kumimoji="0" lang="en-US" altLang="zh-TW" sz="1400" u="none">
              <a:solidFill>
                <a:schemeClr val="accent1"/>
              </a:solidFill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61D8AE3C-2E3B-1A47-3EBA-92E4CE1851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5813" y="0"/>
            <a:ext cx="7696200" cy="838200"/>
          </a:xfrm>
        </p:spPr>
        <p:txBody>
          <a:bodyPr/>
          <a:lstStyle/>
          <a:p>
            <a:pPr eaLnBrk="1" hangingPunct="1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MaxMin Algorithm</a:t>
            </a:r>
          </a:p>
        </p:txBody>
      </p:sp>
      <p:sp>
        <p:nvSpPr>
          <p:cNvPr id="26628" name="Rectangle 5">
            <a:extLst>
              <a:ext uri="{FF2B5EF4-FFF2-40B4-BE49-F238E27FC236}">
                <a16:creationId xmlns:a16="http://schemas.microsoft.com/office/drawing/2014/main" id="{E91C6455-9B75-01EF-802D-61D77389C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2066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6629" name="Content Placeholder 6">
            <a:extLst>
              <a:ext uri="{FF2B5EF4-FFF2-40B4-BE49-F238E27FC236}">
                <a16:creationId xmlns:a16="http://schemas.microsoft.com/office/drawing/2014/main" id="{3B6273A0-3527-1281-83DB-548B08B38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38" y="1000125"/>
            <a:ext cx="7772400" cy="5715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BD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MaxMin</a:t>
            </a: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(i, j, max, min)</a:t>
            </a:r>
          </a:p>
          <a:p>
            <a:pPr>
              <a:buFont typeface="Wingdings" pitchFamily="2" charset="2"/>
              <a:buNone/>
            </a:pP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altLang="en-BD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BD" sz="16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if (i=j) </a:t>
            </a:r>
            <a:r>
              <a:rPr lang="en-US" altLang="en-BD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US" altLang="en-BD" sz="16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max := min := a[i];</a:t>
            </a:r>
            <a:r>
              <a:rPr lang="en-US" altLang="en-BD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//Small(P)</a:t>
            </a:r>
          </a:p>
          <a:p>
            <a:pPr>
              <a:buFont typeface="Wingdings" pitchFamily="2" charset="2"/>
              <a:buNone/>
            </a:pP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  </a:t>
            </a:r>
            <a:r>
              <a:rPr lang="en-US" altLang="en-BD" sz="16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else if (</a:t>
            </a:r>
            <a:r>
              <a:rPr lang="en-US" altLang="en-BD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i=j-1</a:t>
            </a:r>
            <a:r>
              <a:rPr lang="en-US" altLang="en-BD" sz="16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then // Another case of Small(P)</a:t>
            </a:r>
          </a:p>
          <a:p>
            <a:pPr>
              <a:buFont typeface="Wingdings" pitchFamily="2" charset="2"/>
              <a:buNone/>
            </a:pP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       {</a:t>
            </a:r>
          </a:p>
          <a:p>
            <a:pPr>
              <a:buFont typeface="Wingdings" pitchFamily="2" charset="2"/>
              <a:buNone/>
            </a:pP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      </a:t>
            </a:r>
            <a:r>
              <a:rPr lang="en-US" altLang="en-BD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if (a[i] &lt; a[j]) </a:t>
            </a: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US" altLang="en-BD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max := a[j]; min := a[i];</a:t>
            </a:r>
          </a:p>
          <a:p>
            <a:pPr>
              <a:buFont typeface="Wingdings" pitchFamily="2" charset="2"/>
              <a:buNone/>
            </a:pP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     </a:t>
            </a:r>
            <a:r>
              <a:rPr lang="en-US" altLang="en-BD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 else max := a[i]; min := a[j];</a:t>
            </a:r>
          </a:p>
          <a:p>
            <a:pPr>
              <a:buFont typeface="Wingdings" pitchFamily="2" charset="2"/>
              <a:buNone/>
            </a:pP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       }</a:t>
            </a:r>
          </a:p>
          <a:p>
            <a:pPr>
              <a:buFont typeface="Wingdings" pitchFamily="2" charset="2"/>
              <a:buNone/>
            </a:pP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  </a:t>
            </a:r>
            <a:r>
              <a:rPr lang="en-US" altLang="en-BD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pPr>
              <a:buFont typeface="Wingdings" pitchFamily="2" charset="2"/>
              <a:buNone/>
            </a:pP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  {</a:t>
            </a:r>
          </a:p>
          <a:p>
            <a:pPr>
              <a:buFont typeface="Wingdings" pitchFamily="2" charset="2"/>
              <a:buNone/>
            </a:pP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 // if P is not small, divide P into sub-problems. Find where to split the set.</a:t>
            </a:r>
          </a:p>
          <a:p>
            <a:pPr>
              <a:buFont typeface="Wingdings" pitchFamily="2" charset="2"/>
              <a:buNone/>
            </a:pP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</a:t>
            </a:r>
            <a:r>
              <a:rPr lang="en-US" altLang="en-BD" sz="16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mid := ( i + j )/2; </a:t>
            </a: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 // Solve the sub-problems.</a:t>
            </a:r>
            <a:endParaRPr lang="en-US" altLang="en-BD" sz="16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</a:t>
            </a:r>
            <a:r>
              <a:rPr lang="en-US" altLang="en-BD" sz="16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MaxMin( i, mid, max, min );</a:t>
            </a:r>
          </a:p>
          <a:p>
            <a:pPr>
              <a:buFont typeface="Wingdings" pitchFamily="2" charset="2"/>
              <a:buNone/>
            </a:pP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US" altLang="en-BD" sz="16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   MaxMin( mid+1, j, max1, min1 );</a:t>
            </a:r>
          </a:p>
          <a:p>
            <a:pPr>
              <a:buFont typeface="Wingdings" pitchFamily="2" charset="2"/>
              <a:buNone/>
            </a:pP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 // Combine the solutions.</a:t>
            </a:r>
          </a:p>
          <a:p>
            <a:pPr>
              <a:buFont typeface="Wingdings" pitchFamily="2" charset="2"/>
              <a:buNone/>
            </a:pP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</a:t>
            </a:r>
            <a:r>
              <a:rPr lang="en-US" altLang="en-BD" sz="16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  if (max &lt; max1) </a:t>
            </a: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en-BD" sz="16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max := max1;</a:t>
            </a:r>
          </a:p>
          <a:p>
            <a:pPr>
              <a:buFont typeface="Wingdings" pitchFamily="2" charset="2"/>
              <a:buNone/>
            </a:pP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</a:t>
            </a:r>
            <a:r>
              <a:rPr lang="en-US" altLang="en-BD" sz="16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if (min &gt; min1) </a:t>
            </a: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en-BD" sz="16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min := min1;</a:t>
            </a:r>
          </a:p>
          <a:p>
            <a:pPr>
              <a:buFont typeface="Wingdings" pitchFamily="2" charset="2"/>
              <a:buNone/>
            </a:pP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     }</a:t>
            </a:r>
          </a:p>
          <a:p>
            <a:pPr>
              <a:buFont typeface="Wingdings" pitchFamily="2" charset="2"/>
              <a:buNone/>
            </a:pPr>
            <a:r>
              <a:rPr lang="en-US" altLang="en-BD" sz="16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altLang="en-BD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630" name="Straight Connector 5">
            <a:extLst>
              <a:ext uri="{FF2B5EF4-FFF2-40B4-BE49-F238E27FC236}">
                <a16:creationId xmlns:a16="http://schemas.microsoft.com/office/drawing/2014/main" id="{C8179227-17F7-1A12-8FE5-B0150F1CAC4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9150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投影片編號版面配置區 5">
            <a:extLst>
              <a:ext uri="{FF2B5EF4-FFF2-40B4-BE49-F238E27FC236}">
                <a16:creationId xmlns:a16="http://schemas.microsoft.com/office/drawing/2014/main" id="{582C4065-8F05-7638-AC7A-793244335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en-US" altLang="zh-TW" sz="1400" u="none">
                <a:solidFill>
                  <a:schemeClr val="accent1"/>
                </a:solidFill>
              </a:rPr>
              <a:t>4 -</a:t>
            </a:r>
            <a:fld id="{87A0C582-B2E0-BC48-9A30-70DB2FF258EA}" type="slidenum">
              <a:rPr kumimoji="0" lang="en-US" altLang="zh-TW" sz="1400" u="none">
                <a:solidFill>
                  <a:schemeClr val="accent1"/>
                </a:solidFill>
              </a:rPr>
              <a:pPr eaLnBrk="1" hangingPunct="1"/>
              <a:t>3</a:t>
            </a:fld>
            <a:endParaRPr kumimoji="0" lang="en-US" altLang="zh-TW" sz="1400" u="none">
              <a:solidFill>
                <a:schemeClr val="accent1"/>
              </a:solidFill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42D9D321-74DE-14FF-2195-4844D54533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4375" y="0"/>
            <a:ext cx="7696200" cy="838200"/>
          </a:xfrm>
        </p:spPr>
        <p:txBody>
          <a:bodyPr/>
          <a:lstStyle/>
          <a:p>
            <a:pPr eaLnBrk="1" hangingPunct="1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A simple example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C0FF0484-3050-E8EA-BEB8-6748855369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8625" y="1285875"/>
            <a:ext cx="8250238" cy="4929188"/>
          </a:xfrm>
        </p:spPr>
        <p:txBody>
          <a:bodyPr/>
          <a:lstStyle/>
          <a:p>
            <a:pPr eaLnBrk="1" hangingPunct="1"/>
            <a:r>
              <a:rPr lang="en-US" altLang="zh-TW" sz="2800">
                <a:latin typeface="Times New Roman" panose="02020603050405020304" pitchFamily="18" charset="0"/>
                <a:cs typeface="Times New Roman" panose="02020603050405020304" pitchFamily="18" charset="0"/>
              </a:rPr>
              <a:t>Finding the maximum and minimum of a set </a:t>
            </a:r>
            <a:r>
              <a:rPr lang="en-US" altLang="zh-TW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zh-TW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800">
                <a:latin typeface="Times New Roman" panose="02020603050405020304" pitchFamily="18" charset="0"/>
                <a:cs typeface="Times New Roman" panose="02020603050405020304" pitchFamily="18" charset="0"/>
              </a:rPr>
              <a:t> numbers </a:t>
            </a:r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E004949F-53FE-6E37-0E72-43729A287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2066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pic>
        <p:nvPicPr>
          <p:cNvPr id="27654" name="Picture 6" descr="Capture.PNG">
            <a:extLst>
              <a:ext uri="{FF2B5EF4-FFF2-40B4-BE49-F238E27FC236}">
                <a16:creationId xmlns:a16="http://schemas.microsoft.com/office/drawing/2014/main" id="{CCF8EA31-C803-B0D3-EB53-548F302F4C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2714625"/>
            <a:ext cx="7924800" cy="319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0739B64-8926-0A91-5821-BEB107B79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2638" y="2714625"/>
            <a:ext cx="1285875" cy="571500"/>
          </a:xfrm>
          <a:prstGeom prst="rect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en-US" altLang="en-B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AAA2AF-B693-5BC2-6777-7EC87083C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4563" y="3571875"/>
            <a:ext cx="1285875" cy="571500"/>
          </a:xfrm>
          <a:prstGeom prst="rect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en-US" altLang="en-B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805559-C298-4080-1E1F-9FF44A32C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5" y="4357688"/>
            <a:ext cx="1285875" cy="571500"/>
          </a:xfrm>
          <a:prstGeom prst="rect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en-US" altLang="en-B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39F0C2-3ED6-121F-7B25-65476E303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813" y="4357688"/>
            <a:ext cx="1285875" cy="571500"/>
          </a:xfrm>
          <a:prstGeom prst="rect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en-US" altLang="en-B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36E2F8-8917-7786-7B89-506783EA0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5214938"/>
            <a:ext cx="1285875" cy="571500"/>
          </a:xfrm>
          <a:prstGeom prst="rect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en-US" altLang="en-B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09FEB9-A239-1B62-16B6-A1C7E36F7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4563" y="5214938"/>
            <a:ext cx="1285875" cy="571500"/>
          </a:xfrm>
          <a:prstGeom prst="rect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en-US" altLang="en-BD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3AD14B-EAED-E398-6252-3C22C78F8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813" y="3500438"/>
            <a:ext cx="1285875" cy="571500"/>
          </a:xfrm>
          <a:prstGeom prst="rect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en-US" altLang="en-BD"/>
          </a:p>
        </p:txBody>
      </p:sp>
      <p:cxnSp>
        <p:nvCxnSpPr>
          <p:cNvPr id="27662" name="Straight Connector 14">
            <a:extLst>
              <a:ext uri="{FF2B5EF4-FFF2-40B4-BE49-F238E27FC236}">
                <a16:creationId xmlns:a16="http://schemas.microsoft.com/office/drawing/2014/main" id="{254C78E6-20D4-F825-70EF-FDFD378681B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66775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投影片編號版面配置區 5">
            <a:extLst>
              <a:ext uri="{FF2B5EF4-FFF2-40B4-BE49-F238E27FC236}">
                <a16:creationId xmlns:a16="http://schemas.microsoft.com/office/drawing/2014/main" id="{4BBAC70A-262C-29BC-C181-EAEB25DA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en-US" altLang="zh-TW" sz="1400" u="none">
                <a:solidFill>
                  <a:schemeClr val="accent1"/>
                </a:solidFill>
              </a:rPr>
              <a:t>4 -</a:t>
            </a:r>
            <a:fld id="{11C6889F-6B0D-BF46-816E-0A94E8EF97B2}" type="slidenum">
              <a:rPr kumimoji="0" lang="en-US" altLang="zh-TW" sz="1400" u="none">
                <a:solidFill>
                  <a:schemeClr val="accent1"/>
                </a:solidFill>
              </a:rPr>
              <a:pPr eaLnBrk="1" hangingPunct="1"/>
              <a:t>4</a:t>
            </a:fld>
            <a:endParaRPr kumimoji="0" lang="en-US" altLang="zh-TW" sz="1400" u="none">
              <a:solidFill>
                <a:schemeClr val="accent1"/>
              </a:solidFill>
            </a:endParaRP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78F805E5-F81B-5146-74FB-087316D693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219200"/>
            <a:ext cx="7772400" cy="54959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600"/>
              <a:t>T(n)=2T(n/2)+2T(n/2)+2   if n&gt;=2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600"/>
              <a:t>        =1    if n=2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600"/>
              <a:t>        =0  if n=1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/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Calculation of T(n):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600"/>
              <a:t>    </a:t>
            </a:r>
            <a:r>
              <a:rPr lang="en-US" altLang="zh-TW" sz="2400"/>
              <a:t>Assume n = 2</a:t>
            </a:r>
            <a:r>
              <a:rPr lang="en-US" altLang="zh-TW" sz="2400" baseline="30000"/>
              <a:t>k</a:t>
            </a:r>
            <a:r>
              <a:rPr lang="en-US" altLang="zh-TW" sz="2400"/>
              <a:t>,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		  T(n)	= 2T(n/2)+2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			= 2(2T(n/4)+2)+2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			= 4T(n/4)+4+2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				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			=2</a:t>
            </a:r>
            <a:r>
              <a:rPr lang="en-US" altLang="zh-TW" sz="2400" baseline="30000"/>
              <a:t>k-1</a:t>
            </a:r>
            <a:r>
              <a:rPr lang="en-US" altLang="zh-TW" sz="2400"/>
              <a:t>T(2)+2</a:t>
            </a:r>
            <a:r>
              <a:rPr lang="en-US" altLang="zh-TW" sz="2400" baseline="30000"/>
              <a:t>k</a:t>
            </a:r>
            <a:r>
              <a:rPr lang="en-US" altLang="zh-TW" sz="2400"/>
              <a:t>-2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			=3n/2-2</a:t>
            </a:r>
            <a:endParaRPr lang="en-US" altLang="zh-TW" sz="2800"/>
          </a:p>
        </p:txBody>
      </p:sp>
      <p:sp>
        <p:nvSpPr>
          <p:cNvPr id="28676" name="Rectangle 12">
            <a:extLst>
              <a:ext uri="{FF2B5EF4-FFF2-40B4-BE49-F238E27FC236}">
                <a16:creationId xmlns:a16="http://schemas.microsoft.com/office/drawing/2014/main" id="{A9CDEB35-0D36-0323-0731-4CCA1BF933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-228600"/>
            <a:ext cx="7696200" cy="1143000"/>
          </a:xfrm>
          <a:noFill/>
        </p:spPr>
        <p:txBody>
          <a:bodyPr/>
          <a:lstStyle/>
          <a:p>
            <a:pPr eaLnBrk="1" hangingPunct="1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</a:p>
        </p:txBody>
      </p:sp>
      <p:cxnSp>
        <p:nvCxnSpPr>
          <p:cNvPr id="28677" name="Straight Connector 4">
            <a:extLst>
              <a:ext uri="{FF2B5EF4-FFF2-40B4-BE49-F238E27FC236}">
                <a16:creationId xmlns:a16="http://schemas.microsoft.com/office/drawing/2014/main" id="{32712468-59B8-D6A3-AF09-CFCCB875186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927100"/>
            <a:ext cx="9144000" cy="1588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E500B1B8-685D-13CD-1BDE-3A2A5BE2B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7620000" cy="769938"/>
          </a:xfrm>
        </p:spPr>
        <p:txBody>
          <a:bodyPr/>
          <a:lstStyle/>
          <a:p>
            <a:r>
              <a:rPr lang="en-US" altLang="en-BD" b="1">
                <a:latin typeface="Times New Roman" panose="02020603050405020304" pitchFamily="18" charset="0"/>
                <a:cs typeface="Times New Roman" panose="02020603050405020304" pitchFamily="18" charset="0"/>
              </a:rPr>
              <a:t>Merge Sort</a:t>
            </a:r>
          </a:p>
        </p:txBody>
      </p:sp>
      <p:pic>
        <p:nvPicPr>
          <p:cNvPr id="29699" name="Content Placeholder 4" descr="Pages from horowitz-and-sahani-fundamentals-of-computer-algorithms-2nd-edition.jpg">
            <a:extLst>
              <a:ext uri="{FF2B5EF4-FFF2-40B4-BE49-F238E27FC236}">
                <a16:creationId xmlns:a16="http://schemas.microsoft.com/office/drawing/2014/main" id="{A1CC0F91-115F-53F3-85DF-1929F74512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00125" y="1643063"/>
            <a:ext cx="7642225" cy="4559300"/>
          </a:xfrm>
        </p:spPr>
      </p:pic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CC383395-983C-16D5-59BC-360699AE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en-US" altLang="zh-TW" sz="1400" u="none">
                <a:solidFill>
                  <a:schemeClr val="accent1"/>
                </a:solidFill>
              </a:rPr>
              <a:t>4 -</a:t>
            </a:r>
            <a:fld id="{751B4733-B389-4840-8348-6BAC26A03AE5}" type="slidenum">
              <a:rPr kumimoji="0" lang="en-US" altLang="zh-TW" sz="1400" u="none">
                <a:solidFill>
                  <a:schemeClr val="accent1"/>
                </a:solidFill>
              </a:rPr>
              <a:pPr eaLnBrk="1" hangingPunct="1"/>
              <a:t>5</a:t>
            </a:fld>
            <a:endParaRPr kumimoji="0" lang="en-US" altLang="zh-TW" sz="1400" u="none">
              <a:solidFill>
                <a:schemeClr val="accent1"/>
              </a:solidFill>
            </a:endParaRPr>
          </a:p>
        </p:txBody>
      </p:sp>
      <p:cxnSp>
        <p:nvCxnSpPr>
          <p:cNvPr id="29701" name="Straight Connector 4">
            <a:extLst>
              <a:ext uri="{FF2B5EF4-FFF2-40B4-BE49-F238E27FC236}">
                <a16:creationId xmlns:a16="http://schemas.microsoft.com/office/drawing/2014/main" id="{3B75BEFB-C499-F626-903C-74CEF6F0C2A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75844F7D-2516-11FF-8D24-06DA2A90D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0"/>
            <a:ext cx="7620000" cy="769938"/>
          </a:xfrm>
        </p:spPr>
        <p:txBody>
          <a:bodyPr/>
          <a:lstStyle/>
          <a:p>
            <a:r>
              <a:rPr lang="en-US" altLang="en-BD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Algorithm: Merge Element</a:t>
            </a:r>
          </a:p>
        </p:txBody>
      </p:sp>
      <p:pic>
        <p:nvPicPr>
          <p:cNvPr id="30723" name="Content Placeholder 4" descr="Pages from horowitz-and-sahani-fundamentals-of-computer-algorithms-2nd-edition-2.bmp">
            <a:extLst>
              <a:ext uri="{FF2B5EF4-FFF2-40B4-BE49-F238E27FC236}">
                <a16:creationId xmlns:a16="http://schemas.microsoft.com/office/drawing/2014/main" id="{4626B0E5-424A-1D89-E8DE-E354420838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1688" y="963613"/>
            <a:ext cx="5578475" cy="5894387"/>
          </a:xfrm>
        </p:spPr>
      </p:pic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42E43A6A-B58F-F20A-C7C2-78ACB4AEA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en-US" altLang="zh-TW" sz="1400" u="none">
                <a:solidFill>
                  <a:schemeClr val="accent1"/>
                </a:solidFill>
              </a:rPr>
              <a:t>4 -</a:t>
            </a:r>
            <a:fld id="{EB7F9835-E62F-9242-87E6-AA4A06C7C868}" type="slidenum">
              <a:rPr kumimoji="0" lang="en-US" altLang="zh-TW" sz="1400" u="none">
                <a:solidFill>
                  <a:schemeClr val="accent1"/>
                </a:solidFill>
              </a:rPr>
              <a:pPr eaLnBrk="1" hangingPunct="1"/>
              <a:t>6</a:t>
            </a:fld>
            <a:endParaRPr kumimoji="0" lang="en-US" altLang="zh-TW" sz="1400" u="none">
              <a:solidFill>
                <a:schemeClr val="accent1"/>
              </a:solidFill>
            </a:endParaRPr>
          </a:p>
        </p:txBody>
      </p:sp>
      <p:cxnSp>
        <p:nvCxnSpPr>
          <p:cNvPr id="30725" name="Straight Connector 5">
            <a:extLst>
              <a:ext uri="{FF2B5EF4-FFF2-40B4-BE49-F238E27FC236}">
                <a16:creationId xmlns:a16="http://schemas.microsoft.com/office/drawing/2014/main" id="{020B1C0C-1FDF-36E9-93B5-0C6F408BC83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F8171F48-0F80-57CB-108C-D37DC883F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0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Tree of Calls of Merge Sort</a:t>
            </a: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5F1D1776-C190-E580-E4C4-EFB443295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kumimoji="0" lang="en-US" altLang="zh-TW" sz="1400" u="none">
                <a:solidFill>
                  <a:schemeClr val="accent1"/>
                </a:solidFill>
              </a:rPr>
              <a:t>4 -</a:t>
            </a:r>
            <a:fld id="{F2E41C41-3783-564B-90A6-48286D5E6E92}" type="slidenum">
              <a:rPr kumimoji="0" lang="en-US" altLang="zh-TW" sz="1400" u="none">
                <a:solidFill>
                  <a:schemeClr val="accent1"/>
                </a:solidFill>
              </a:rPr>
              <a:pPr eaLnBrk="1" hangingPunct="1"/>
              <a:t>7</a:t>
            </a:fld>
            <a:endParaRPr kumimoji="0" lang="en-US" altLang="zh-TW" sz="1400" u="none">
              <a:solidFill>
                <a:schemeClr val="accent1"/>
              </a:solidFill>
            </a:endParaRPr>
          </a:p>
        </p:txBody>
      </p:sp>
      <p:pic>
        <p:nvPicPr>
          <p:cNvPr id="31748" name="Picture 2">
            <a:extLst>
              <a:ext uri="{FF2B5EF4-FFF2-40B4-BE49-F238E27FC236}">
                <a16:creationId xmlns:a16="http://schemas.microsoft.com/office/drawing/2014/main" id="{6A8F972D-C43D-C134-6868-876A80F4C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1000125"/>
            <a:ext cx="815340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4">
            <a:extLst>
              <a:ext uri="{FF2B5EF4-FFF2-40B4-BE49-F238E27FC236}">
                <a16:creationId xmlns:a16="http://schemas.microsoft.com/office/drawing/2014/main" id="{42AC444A-240A-8B79-8964-99AD16387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2286000"/>
            <a:ext cx="7262812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1750" name="Straight Connector 5">
            <a:extLst>
              <a:ext uri="{FF2B5EF4-FFF2-40B4-BE49-F238E27FC236}">
                <a16:creationId xmlns:a16="http://schemas.microsoft.com/office/drawing/2014/main" id="{3903FD67-E467-97DB-6A92-8E2D93848B1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id="{3CC8DC38-D43E-155E-D7D2-28B64E9844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-61913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 Sort (Example) Cont..</a:t>
            </a:r>
          </a:p>
        </p:txBody>
      </p:sp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4B1DB8E8-18A1-EE6A-A40A-8CF9EE8A01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8775" y="1965325"/>
          <a:ext cx="6175375" cy="359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149600" imgH="1835150" progId="MSPhotoEd.3">
                  <p:embed/>
                </p:oleObj>
              </mc:Choice>
              <mc:Fallback>
                <p:oleObj name="Photo Editor Photo" r:id="rId3" imgW="3149600" imgH="183515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5" y="1965325"/>
                        <a:ext cx="6175375" cy="359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28" name="Straight Connector 3">
            <a:extLst>
              <a:ext uri="{FF2B5EF4-FFF2-40B4-BE49-F238E27FC236}">
                <a16:creationId xmlns:a16="http://schemas.microsoft.com/office/drawing/2014/main" id="{91C701CF-C565-2D41-13CA-27C1E466CB0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A83E8573-FD78-6F4D-246D-F4D98A0783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3063" y="1971675"/>
          <a:ext cx="6200775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149600" imgH="1828800" progId="MSPhotoEd.3">
                  <p:embed/>
                </p:oleObj>
              </mc:Choice>
              <mc:Fallback>
                <p:oleObj name="Photo Editor Photo" r:id="rId3" imgW="3149600" imgH="182880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1971675"/>
                        <a:ext cx="6200775" cy="360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Rectangle 3">
            <a:extLst>
              <a:ext uri="{FF2B5EF4-FFF2-40B4-BE49-F238E27FC236}">
                <a16:creationId xmlns:a16="http://schemas.microsoft.com/office/drawing/2014/main" id="{1E7835AF-F518-F0E8-B103-8BC612DB95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15875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 Sort (Example) Cont..</a:t>
            </a:r>
          </a:p>
        </p:txBody>
      </p:sp>
      <p:cxnSp>
        <p:nvCxnSpPr>
          <p:cNvPr id="2052" name="Straight Connector 3">
            <a:extLst>
              <a:ext uri="{FF2B5EF4-FFF2-40B4-BE49-F238E27FC236}">
                <a16:creationId xmlns:a16="http://schemas.microsoft.com/office/drawing/2014/main" id="{8F0A75D0-7A28-A0A8-BCFF-D7BD1E84684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>
            <a:extLst>
              <a:ext uri="{FF2B5EF4-FFF2-40B4-BE49-F238E27FC236}">
                <a16:creationId xmlns:a16="http://schemas.microsoft.com/office/drawing/2014/main" id="{0A3B52CF-F871-A57F-5F41-FE833F85F4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3063" y="1984375"/>
          <a:ext cx="6200775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149600" imgH="1828800" progId="MSPhotoEd.3">
                  <p:embed/>
                </p:oleObj>
              </mc:Choice>
              <mc:Fallback>
                <p:oleObj name="Photo Editor Photo" r:id="rId3" imgW="3149600" imgH="182880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1984375"/>
                        <a:ext cx="6200775" cy="360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" name="Rectangle 3">
            <a:extLst>
              <a:ext uri="{FF2B5EF4-FFF2-40B4-BE49-F238E27FC236}">
                <a16:creationId xmlns:a16="http://schemas.microsoft.com/office/drawing/2014/main" id="{C5FC6285-A34E-4661-A571-752CFB0063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5813" y="0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 (Example) Cont..</a:t>
            </a:r>
          </a:p>
        </p:txBody>
      </p:sp>
      <p:cxnSp>
        <p:nvCxnSpPr>
          <p:cNvPr id="3076" name="Straight Connector 3">
            <a:extLst>
              <a:ext uri="{FF2B5EF4-FFF2-40B4-BE49-F238E27FC236}">
                <a16:creationId xmlns:a16="http://schemas.microsoft.com/office/drawing/2014/main" id="{C9A39EF5-2FF6-EA1F-5AA3-003ABABE97B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id="{14EAD4A1-01B0-C82E-AFE2-3DCE6971FF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3538" y="1970088"/>
          <a:ext cx="6186487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143250" imgH="1828800" progId="MSPhotoEd.3">
                  <p:embed/>
                </p:oleObj>
              </mc:Choice>
              <mc:Fallback>
                <p:oleObj name="Photo Editor Photo" r:id="rId3" imgW="3143250" imgH="182880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538" y="1970088"/>
                        <a:ext cx="6186487" cy="360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Rectangle 3">
            <a:extLst>
              <a:ext uri="{FF2B5EF4-FFF2-40B4-BE49-F238E27FC236}">
                <a16:creationId xmlns:a16="http://schemas.microsoft.com/office/drawing/2014/main" id="{A1D14EAB-FF12-539E-4134-A9226C2796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5813" y="0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 (Example) Cont..</a:t>
            </a:r>
          </a:p>
        </p:txBody>
      </p:sp>
      <p:cxnSp>
        <p:nvCxnSpPr>
          <p:cNvPr id="4100" name="Straight Connector 3">
            <a:extLst>
              <a:ext uri="{FF2B5EF4-FFF2-40B4-BE49-F238E27FC236}">
                <a16:creationId xmlns:a16="http://schemas.microsoft.com/office/drawing/2014/main" id="{F909C401-0198-C803-FE64-26AB6876035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>
            <a:extLst>
              <a:ext uri="{FF2B5EF4-FFF2-40B4-BE49-F238E27FC236}">
                <a16:creationId xmlns:a16="http://schemas.microsoft.com/office/drawing/2014/main" id="{E7CDBE43-BAFF-DA04-A107-7220F8635E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3063" y="1970088"/>
          <a:ext cx="6200775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149600" imgH="1828800" progId="MSPhotoEd.3">
                  <p:embed/>
                </p:oleObj>
              </mc:Choice>
              <mc:Fallback>
                <p:oleObj name="Photo Editor Photo" r:id="rId3" imgW="3149600" imgH="182880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1970088"/>
                        <a:ext cx="6200775" cy="360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" name="Rectangle 3">
            <a:extLst>
              <a:ext uri="{FF2B5EF4-FFF2-40B4-BE49-F238E27FC236}">
                <a16:creationId xmlns:a16="http://schemas.microsoft.com/office/drawing/2014/main" id="{53448002-8F83-73EF-651D-62314A610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5813" y="0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 (Example) Cont..</a:t>
            </a:r>
          </a:p>
        </p:txBody>
      </p:sp>
      <p:cxnSp>
        <p:nvCxnSpPr>
          <p:cNvPr id="5124" name="Straight Connector 3">
            <a:extLst>
              <a:ext uri="{FF2B5EF4-FFF2-40B4-BE49-F238E27FC236}">
                <a16:creationId xmlns:a16="http://schemas.microsoft.com/office/drawing/2014/main" id="{78D4152B-9458-D59B-E0F1-D5F21C97F40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>
            <a:extLst>
              <a:ext uri="{FF2B5EF4-FFF2-40B4-BE49-F238E27FC236}">
                <a16:creationId xmlns:a16="http://schemas.microsoft.com/office/drawing/2014/main" id="{8878B8E1-8DB9-FE11-F909-F4FD16CA03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3538" y="1989138"/>
          <a:ext cx="6203950" cy="359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143250" imgH="1822450" progId="MSPhotoEd.3">
                  <p:embed/>
                </p:oleObj>
              </mc:Choice>
              <mc:Fallback>
                <p:oleObj name="Photo Editor Photo" r:id="rId3" imgW="3143250" imgH="182245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538" y="1989138"/>
                        <a:ext cx="6203950" cy="359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" name="Rectangle 3">
            <a:extLst>
              <a:ext uri="{FF2B5EF4-FFF2-40B4-BE49-F238E27FC236}">
                <a16:creationId xmlns:a16="http://schemas.microsoft.com/office/drawing/2014/main" id="{A408B832-CD53-FE5E-14E8-5A812BCEF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7250" y="0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 (Example) Cont..</a:t>
            </a:r>
          </a:p>
        </p:txBody>
      </p:sp>
      <p:cxnSp>
        <p:nvCxnSpPr>
          <p:cNvPr id="6148" name="Straight Connector 3">
            <a:extLst>
              <a:ext uri="{FF2B5EF4-FFF2-40B4-BE49-F238E27FC236}">
                <a16:creationId xmlns:a16="http://schemas.microsoft.com/office/drawing/2014/main" id="{2A3CBCE8-AE9E-1B61-5C3B-9A07A3A3FD5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>
            <a:extLst>
              <a:ext uri="{FF2B5EF4-FFF2-40B4-BE49-F238E27FC236}">
                <a16:creationId xmlns:a16="http://schemas.microsoft.com/office/drawing/2014/main" id="{50BD8405-4191-5403-BC25-A45CC8FAD0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4650" y="1984375"/>
          <a:ext cx="6200775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149600" imgH="1828800" progId="MSPhotoEd.3">
                  <p:embed/>
                </p:oleObj>
              </mc:Choice>
              <mc:Fallback>
                <p:oleObj name="Photo Editor Photo" r:id="rId3" imgW="3149600" imgH="182880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650" y="1984375"/>
                        <a:ext cx="6200775" cy="360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" name="Rectangle 3">
            <a:extLst>
              <a:ext uri="{FF2B5EF4-FFF2-40B4-BE49-F238E27FC236}">
                <a16:creationId xmlns:a16="http://schemas.microsoft.com/office/drawing/2014/main" id="{18AE5557-7C15-1944-029E-175E2E7A4B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7250" y="0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 (Example) Cont..</a:t>
            </a:r>
          </a:p>
        </p:txBody>
      </p:sp>
      <p:cxnSp>
        <p:nvCxnSpPr>
          <p:cNvPr id="7172" name="Straight Connector 3">
            <a:extLst>
              <a:ext uri="{FF2B5EF4-FFF2-40B4-BE49-F238E27FC236}">
                <a16:creationId xmlns:a16="http://schemas.microsoft.com/office/drawing/2014/main" id="{631FED4F-FE95-9D21-7ABA-77D3945AB76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>
            <a:extLst>
              <a:ext uri="{FF2B5EF4-FFF2-40B4-BE49-F238E27FC236}">
                <a16:creationId xmlns:a16="http://schemas.microsoft.com/office/drawing/2014/main" id="{7CAAC7BD-06FE-C313-44DC-A7629BA271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1979613"/>
          <a:ext cx="6229350" cy="359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143250" imgH="1816100" progId="MSPhotoEd.3">
                  <p:embed/>
                </p:oleObj>
              </mc:Choice>
              <mc:Fallback>
                <p:oleObj name="Photo Editor Photo" r:id="rId3" imgW="3143250" imgH="181610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979613"/>
                        <a:ext cx="6229350" cy="3598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" name="Rectangle 3">
            <a:extLst>
              <a:ext uri="{FF2B5EF4-FFF2-40B4-BE49-F238E27FC236}">
                <a16:creationId xmlns:a16="http://schemas.microsoft.com/office/drawing/2014/main" id="{644FAB62-34A9-5C91-97D1-2E59F9B005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4375" y="0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 (Example) Cont..</a:t>
            </a:r>
          </a:p>
        </p:txBody>
      </p:sp>
      <p:cxnSp>
        <p:nvCxnSpPr>
          <p:cNvPr id="8196" name="Straight Connector 3">
            <a:extLst>
              <a:ext uri="{FF2B5EF4-FFF2-40B4-BE49-F238E27FC236}">
                <a16:creationId xmlns:a16="http://schemas.microsoft.com/office/drawing/2014/main" id="{7104351A-6B5D-E395-3F02-FDBE564CDA0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>
            <a:extLst>
              <a:ext uri="{FF2B5EF4-FFF2-40B4-BE49-F238E27FC236}">
                <a16:creationId xmlns:a16="http://schemas.microsoft.com/office/drawing/2014/main" id="{42E4871D-A8E4-8E93-0E3F-38E5AA14D8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57350" y="1970088"/>
          <a:ext cx="6200775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149600" imgH="1828800" progId="MSPhotoEd.3">
                  <p:embed/>
                </p:oleObj>
              </mc:Choice>
              <mc:Fallback>
                <p:oleObj name="Photo Editor Photo" r:id="rId3" imgW="3149600" imgH="182880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7350" y="1970088"/>
                        <a:ext cx="6200775" cy="360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" name="Rectangle 3">
            <a:extLst>
              <a:ext uri="{FF2B5EF4-FFF2-40B4-BE49-F238E27FC236}">
                <a16:creationId xmlns:a16="http://schemas.microsoft.com/office/drawing/2014/main" id="{55D8C00B-77E1-C4BF-35C4-B66298ECD6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5813" y="0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 (Example) Cont..</a:t>
            </a:r>
          </a:p>
        </p:txBody>
      </p:sp>
      <p:cxnSp>
        <p:nvCxnSpPr>
          <p:cNvPr id="9220" name="Straight Connector 3">
            <a:extLst>
              <a:ext uri="{FF2B5EF4-FFF2-40B4-BE49-F238E27FC236}">
                <a16:creationId xmlns:a16="http://schemas.microsoft.com/office/drawing/2014/main" id="{3D382371-2707-5B4D-DB96-FE02162405D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>
            <a:extLst>
              <a:ext uri="{FF2B5EF4-FFF2-40B4-BE49-F238E27FC236}">
                <a16:creationId xmlns:a16="http://schemas.microsoft.com/office/drawing/2014/main" id="{1C6B5F88-B8AC-0629-2BDF-2F17F1302D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3063" y="1990725"/>
          <a:ext cx="6218237" cy="359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149600" imgH="1822450" progId="MSPhotoEd.3">
                  <p:embed/>
                </p:oleObj>
              </mc:Choice>
              <mc:Fallback>
                <p:oleObj name="Photo Editor Photo" r:id="rId3" imgW="3149600" imgH="182245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1990725"/>
                        <a:ext cx="6218237" cy="359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Rectangle 3">
            <a:extLst>
              <a:ext uri="{FF2B5EF4-FFF2-40B4-BE49-F238E27FC236}">
                <a16:creationId xmlns:a16="http://schemas.microsoft.com/office/drawing/2014/main" id="{437CB481-0BA7-B30E-5A0C-D57D082A20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5813" y="0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 (Example) Cont..</a:t>
            </a:r>
          </a:p>
        </p:txBody>
      </p:sp>
      <p:cxnSp>
        <p:nvCxnSpPr>
          <p:cNvPr id="10244" name="Straight Connector 3">
            <a:extLst>
              <a:ext uri="{FF2B5EF4-FFF2-40B4-BE49-F238E27FC236}">
                <a16:creationId xmlns:a16="http://schemas.microsoft.com/office/drawing/2014/main" id="{FF5068D7-BD65-0700-514E-80E6DD0F67E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>
            <a:extLst>
              <a:ext uri="{FF2B5EF4-FFF2-40B4-BE49-F238E27FC236}">
                <a16:creationId xmlns:a16="http://schemas.microsoft.com/office/drawing/2014/main" id="{D1F2D8B3-26FE-F22B-2FBF-C961386A88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0525" y="1971675"/>
          <a:ext cx="6186488" cy="359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340100" imgH="1943100" progId="MSPhotoEd.3">
                  <p:embed/>
                </p:oleObj>
              </mc:Choice>
              <mc:Fallback>
                <p:oleObj name="Photo Editor Photo" r:id="rId3" imgW="3340100" imgH="194310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1971675"/>
                        <a:ext cx="6186488" cy="359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" name="Rectangle 3">
            <a:extLst>
              <a:ext uri="{FF2B5EF4-FFF2-40B4-BE49-F238E27FC236}">
                <a16:creationId xmlns:a16="http://schemas.microsoft.com/office/drawing/2014/main" id="{238CBE2B-2409-8F95-97D7-D922DF487E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7250" y="0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 (Example) Cont..</a:t>
            </a:r>
          </a:p>
        </p:txBody>
      </p:sp>
      <p:cxnSp>
        <p:nvCxnSpPr>
          <p:cNvPr id="11268" name="Straight Connector 3">
            <a:extLst>
              <a:ext uri="{FF2B5EF4-FFF2-40B4-BE49-F238E27FC236}">
                <a16:creationId xmlns:a16="http://schemas.microsoft.com/office/drawing/2014/main" id="{E599422C-C7F1-6594-43E3-96DB08104A9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2">
            <a:extLst>
              <a:ext uri="{FF2B5EF4-FFF2-40B4-BE49-F238E27FC236}">
                <a16:creationId xmlns:a16="http://schemas.microsoft.com/office/drawing/2014/main" id="{C3640720-E120-578D-D8EB-B27BB7F97F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1475" y="1992313"/>
          <a:ext cx="6223000" cy="360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346450" imgH="1936750" progId="MSPhotoEd.3">
                  <p:embed/>
                </p:oleObj>
              </mc:Choice>
              <mc:Fallback>
                <p:oleObj name="Photo Editor Photo" r:id="rId3" imgW="3346450" imgH="193675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1475" y="1992313"/>
                        <a:ext cx="6223000" cy="360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1" name="Rectangle 3">
            <a:extLst>
              <a:ext uri="{FF2B5EF4-FFF2-40B4-BE49-F238E27FC236}">
                <a16:creationId xmlns:a16="http://schemas.microsoft.com/office/drawing/2014/main" id="{1445507D-007D-FED5-17DC-7FC3CA288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5813" y="0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 (Example) Cont..</a:t>
            </a:r>
          </a:p>
        </p:txBody>
      </p:sp>
      <p:cxnSp>
        <p:nvCxnSpPr>
          <p:cNvPr id="12292" name="Straight Connector 3">
            <a:extLst>
              <a:ext uri="{FF2B5EF4-FFF2-40B4-BE49-F238E27FC236}">
                <a16:creationId xmlns:a16="http://schemas.microsoft.com/office/drawing/2014/main" id="{400374E8-4D61-B5F0-AF21-A4AEB0CC407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2">
            <a:extLst>
              <a:ext uri="{FF2B5EF4-FFF2-40B4-BE49-F238E27FC236}">
                <a16:creationId xmlns:a16="http://schemas.microsoft.com/office/drawing/2014/main" id="{AA91DCDC-FE1E-56D0-0533-F210D47953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1313" y="1990725"/>
          <a:ext cx="6223000" cy="360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346450" imgH="1936750" progId="MSPhotoEd.3">
                  <p:embed/>
                </p:oleObj>
              </mc:Choice>
              <mc:Fallback>
                <p:oleObj name="Photo Editor Photo" r:id="rId3" imgW="3346450" imgH="193675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1313" y="1990725"/>
                        <a:ext cx="6223000" cy="360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" name="Rectangle 3">
            <a:extLst>
              <a:ext uri="{FF2B5EF4-FFF2-40B4-BE49-F238E27FC236}">
                <a16:creationId xmlns:a16="http://schemas.microsoft.com/office/drawing/2014/main" id="{D19B6274-119F-B2D0-32CF-85212FA5C9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5813" y="0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 (Example) Cont..</a:t>
            </a:r>
          </a:p>
        </p:txBody>
      </p:sp>
      <p:cxnSp>
        <p:nvCxnSpPr>
          <p:cNvPr id="13316" name="Straight Connector 3">
            <a:extLst>
              <a:ext uri="{FF2B5EF4-FFF2-40B4-BE49-F238E27FC236}">
                <a16:creationId xmlns:a16="http://schemas.microsoft.com/office/drawing/2014/main" id="{32714B37-4209-506C-D948-F988C7673F5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>
            <a:extLst>
              <a:ext uri="{FF2B5EF4-FFF2-40B4-BE49-F238E27FC236}">
                <a16:creationId xmlns:a16="http://schemas.microsoft.com/office/drawing/2014/main" id="{C81591E1-09C8-7973-9749-FCD991C651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5600" y="1976438"/>
          <a:ext cx="6223000" cy="360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346450" imgH="1936750" progId="MSPhotoEd.3">
                  <p:embed/>
                </p:oleObj>
              </mc:Choice>
              <mc:Fallback>
                <p:oleObj name="Photo Editor Photo" r:id="rId3" imgW="3346450" imgH="193675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600" y="1976438"/>
                        <a:ext cx="6223000" cy="360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Rectangle 3">
            <a:extLst>
              <a:ext uri="{FF2B5EF4-FFF2-40B4-BE49-F238E27FC236}">
                <a16:creationId xmlns:a16="http://schemas.microsoft.com/office/drawing/2014/main" id="{087A1575-4419-2D39-EC26-D0922BAA4D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4375" y="0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 (Example) Cont..</a:t>
            </a:r>
          </a:p>
        </p:txBody>
      </p:sp>
      <p:cxnSp>
        <p:nvCxnSpPr>
          <p:cNvPr id="14340" name="Straight Connector 3">
            <a:extLst>
              <a:ext uri="{FF2B5EF4-FFF2-40B4-BE49-F238E27FC236}">
                <a16:creationId xmlns:a16="http://schemas.microsoft.com/office/drawing/2014/main" id="{BFEB76E1-AE1C-3E28-DD92-9C9B8147A83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2">
            <a:extLst>
              <a:ext uri="{FF2B5EF4-FFF2-40B4-BE49-F238E27FC236}">
                <a16:creationId xmlns:a16="http://schemas.microsoft.com/office/drawing/2014/main" id="{30ECFCE4-8B3B-7C97-777A-9176BD512A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7663" y="1985963"/>
          <a:ext cx="6229350" cy="356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397250" imgH="1943100" progId="MSPhotoEd.3">
                  <p:embed/>
                </p:oleObj>
              </mc:Choice>
              <mc:Fallback>
                <p:oleObj name="Photo Editor Photo" r:id="rId3" imgW="3397250" imgH="194310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7663" y="1985963"/>
                        <a:ext cx="6229350" cy="356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Rectangle 3">
            <a:extLst>
              <a:ext uri="{FF2B5EF4-FFF2-40B4-BE49-F238E27FC236}">
                <a16:creationId xmlns:a16="http://schemas.microsoft.com/office/drawing/2014/main" id="{2792AF48-3C3A-7E3D-0B1C-470705AA55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4375" y="0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 (Example) Cont..</a:t>
            </a:r>
          </a:p>
        </p:txBody>
      </p:sp>
      <p:cxnSp>
        <p:nvCxnSpPr>
          <p:cNvPr id="15364" name="Straight Connector 3">
            <a:extLst>
              <a:ext uri="{FF2B5EF4-FFF2-40B4-BE49-F238E27FC236}">
                <a16:creationId xmlns:a16="http://schemas.microsoft.com/office/drawing/2014/main" id="{7DE516C7-07FE-53B1-4DDE-BFDE70849CE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>
            <a:extLst>
              <a:ext uri="{FF2B5EF4-FFF2-40B4-BE49-F238E27FC236}">
                <a16:creationId xmlns:a16="http://schemas.microsoft.com/office/drawing/2014/main" id="{BC2A9475-A67F-48B9-4BE1-AA3C5981BA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1475" y="1990725"/>
          <a:ext cx="6186488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327400" imgH="1936750" progId="MSPhotoEd.3">
                  <p:embed/>
                </p:oleObj>
              </mc:Choice>
              <mc:Fallback>
                <p:oleObj name="Photo Editor Photo" r:id="rId3" imgW="3327400" imgH="193675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1475" y="1990725"/>
                        <a:ext cx="6186488" cy="360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Rectangle 3">
            <a:extLst>
              <a:ext uri="{FF2B5EF4-FFF2-40B4-BE49-F238E27FC236}">
                <a16:creationId xmlns:a16="http://schemas.microsoft.com/office/drawing/2014/main" id="{30CC5978-A6F0-1FC8-2EAB-A5E18FB5AC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5813" y="0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 (Example) Cont..</a:t>
            </a:r>
          </a:p>
        </p:txBody>
      </p:sp>
      <p:cxnSp>
        <p:nvCxnSpPr>
          <p:cNvPr id="16388" name="Straight Connector 3">
            <a:extLst>
              <a:ext uri="{FF2B5EF4-FFF2-40B4-BE49-F238E27FC236}">
                <a16:creationId xmlns:a16="http://schemas.microsoft.com/office/drawing/2014/main" id="{AE569D2A-5F2E-54D5-F978-79C971A130B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>
            <a:extLst>
              <a:ext uri="{FF2B5EF4-FFF2-40B4-BE49-F238E27FC236}">
                <a16:creationId xmlns:a16="http://schemas.microsoft.com/office/drawing/2014/main" id="{A222B18C-0BCF-C058-7E36-CD083A53CA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6238" y="1976438"/>
          <a:ext cx="6208712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340100" imgH="1936750" progId="MSPhotoEd.3">
                  <p:embed/>
                </p:oleObj>
              </mc:Choice>
              <mc:Fallback>
                <p:oleObj name="Photo Editor Photo" r:id="rId3" imgW="3340100" imgH="193675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238" y="1976438"/>
                        <a:ext cx="6208712" cy="360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1" name="Rectangle 3">
            <a:extLst>
              <a:ext uri="{FF2B5EF4-FFF2-40B4-BE49-F238E27FC236}">
                <a16:creationId xmlns:a16="http://schemas.microsoft.com/office/drawing/2014/main" id="{C84ABA8F-7148-3198-A12C-F0B02A504E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5813" y="0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 (Example) Cont..</a:t>
            </a:r>
          </a:p>
        </p:txBody>
      </p:sp>
      <p:cxnSp>
        <p:nvCxnSpPr>
          <p:cNvPr id="17412" name="Straight Connector 3">
            <a:extLst>
              <a:ext uri="{FF2B5EF4-FFF2-40B4-BE49-F238E27FC236}">
                <a16:creationId xmlns:a16="http://schemas.microsoft.com/office/drawing/2014/main" id="{A9713497-CE32-9EDB-E918-3AD3C3A096F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>
            <a:extLst>
              <a:ext uri="{FF2B5EF4-FFF2-40B4-BE49-F238E27FC236}">
                <a16:creationId xmlns:a16="http://schemas.microsoft.com/office/drawing/2014/main" id="{ED00B8E5-3B8D-C56A-F336-91E8A69DDB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6075" y="1976438"/>
          <a:ext cx="6208713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340100" imgH="1936750" progId="MSPhotoEd.3">
                  <p:embed/>
                </p:oleObj>
              </mc:Choice>
              <mc:Fallback>
                <p:oleObj name="Photo Editor Photo" r:id="rId3" imgW="3340100" imgH="193675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6075" y="1976438"/>
                        <a:ext cx="6208713" cy="360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5" name="Rectangle 3">
            <a:extLst>
              <a:ext uri="{FF2B5EF4-FFF2-40B4-BE49-F238E27FC236}">
                <a16:creationId xmlns:a16="http://schemas.microsoft.com/office/drawing/2014/main" id="{E9D3B890-27A5-E52F-20F3-BF710AB0F3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4375" y="0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 (Example) Cont..</a:t>
            </a:r>
          </a:p>
        </p:txBody>
      </p:sp>
      <p:cxnSp>
        <p:nvCxnSpPr>
          <p:cNvPr id="18436" name="Straight Connector 3">
            <a:extLst>
              <a:ext uri="{FF2B5EF4-FFF2-40B4-BE49-F238E27FC236}">
                <a16:creationId xmlns:a16="http://schemas.microsoft.com/office/drawing/2014/main" id="{A4ECAF38-CD36-709E-F422-D59999682A3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>
            <a:extLst>
              <a:ext uri="{FF2B5EF4-FFF2-40B4-BE49-F238E27FC236}">
                <a16:creationId xmlns:a16="http://schemas.microsoft.com/office/drawing/2014/main" id="{5F6AF736-F182-D1CC-4E2E-D313699BE7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1950" y="2000250"/>
          <a:ext cx="6208713" cy="354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340100" imgH="1905000" progId="MSPhotoEd.3">
                  <p:embed/>
                </p:oleObj>
              </mc:Choice>
              <mc:Fallback>
                <p:oleObj name="Photo Editor Photo" r:id="rId3" imgW="3340100" imgH="190500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0" y="2000250"/>
                        <a:ext cx="6208713" cy="354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9" name="Rectangle 3">
            <a:extLst>
              <a:ext uri="{FF2B5EF4-FFF2-40B4-BE49-F238E27FC236}">
                <a16:creationId xmlns:a16="http://schemas.microsoft.com/office/drawing/2014/main" id="{DD0E3B87-61D9-B84B-3111-15BB1D1BF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5813" y="0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 (Example) Cont..</a:t>
            </a:r>
          </a:p>
        </p:txBody>
      </p:sp>
      <p:cxnSp>
        <p:nvCxnSpPr>
          <p:cNvPr id="19460" name="Straight Connector 3">
            <a:extLst>
              <a:ext uri="{FF2B5EF4-FFF2-40B4-BE49-F238E27FC236}">
                <a16:creationId xmlns:a16="http://schemas.microsoft.com/office/drawing/2014/main" id="{4CDA8224-0A29-0A78-93F9-53BACE9D10D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>
            <a:extLst>
              <a:ext uri="{FF2B5EF4-FFF2-40B4-BE49-F238E27FC236}">
                <a16:creationId xmlns:a16="http://schemas.microsoft.com/office/drawing/2014/main" id="{0CC81F3F-F7F7-F73E-E9B2-719E164AF7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6075" y="1966913"/>
          <a:ext cx="6223000" cy="359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340100" imgH="1930400" progId="MSPhotoEd.3">
                  <p:embed/>
                </p:oleObj>
              </mc:Choice>
              <mc:Fallback>
                <p:oleObj name="Photo Editor Photo" r:id="rId3" imgW="3340100" imgH="193040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6075" y="1966913"/>
                        <a:ext cx="6223000" cy="359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3" name="Rectangle 3">
            <a:extLst>
              <a:ext uri="{FF2B5EF4-FFF2-40B4-BE49-F238E27FC236}">
                <a16:creationId xmlns:a16="http://schemas.microsoft.com/office/drawing/2014/main" id="{23CA0DDB-E4AB-2FA8-26B7-89E5DC7265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4375" y="0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 (Example) Cont..</a:t>
            </a:r>
          </a:p>
        </p:txBody>
      </p:sp>
      <p:cxnSp>
        <p:nvCxnSpPr>
          <p:cNvPr id="20484" name="Straight Connector 3">
            <a:extLst>
              <a:ext uri="{FF2B5EF4-FFF2-40B4-BE49-F238E27FC236}">
                <a16:creationId xmlns:a16="http://schemas.microsoft.com/office/drawing/2014/main" id="{2DCB05A5-29E3-A6C5-B870-38A22FD65A0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>
            <a:extLst>
              <a:ext uri="{FF2B5EF4-FFF2-40B4-BE49-F238E27FC236}">
                <a16:creationId xmlns:a16="http://schemas.microsoft.com/office/drawing/2014/main" id="{27AEB9DB-DB7D-DD5F-7E9D-98B82747DC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1475" y="1995488"/>
          <a:ext cx="6186488" cy="356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346450" imgH="1930400" progId="MSPhotoEd.3">
                  <p:embed/>
                </p:oleObj>
              </mc:Choice>
              <mc:Fallback>
                <p:oleObj name="Photo Editor Photo" r:id="rId3" imgW="3346450" imgH="193040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1475" y="1995488"/>
                        <a:ext cx="6186488" cy="3567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7" name="Rectangle 3">
            <a:extLst>
              <a:ext uri="{FF2B5EF4-FFF2-40B4-BE49-F238E27FC236}">
                <a16:creationId xmlns:a16="http://schemas.microsoft.com/office/drawing/2014/main" id="{40320273-5AA0-C167-143D-5B46FE2002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5813" y="0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 (Example) Cont..</a:t>
            </a:r>
          </a:p>
        </p:txBody>
      </p:sp>
      <p:cxnSp>
        <p:nvCxnSpPr>
          <p:cNvPr id="21508" name="Straight Connector 3">
            <a:extLst>
              <a:ext uri="{FF2B5EF4-FFF2-40B4-BE49-F238E27FC236}">
                <a16:creationId xmlns:a16="http://schemas.microsoft.com/office/drawing/2014/main" id="{403FA196-2A6E-16A9-323C-516834392B4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2">
            <a:extLst>
              <a:ext uri="{FF2B5EF4-FFF2-40B4-BE49-F238E27FC236}">
                <a16:creationId xmlns:a16="http://schemas.microsoft.com/office/drawing/2014/main" id="{5E74A265-D37F-7DEF-B997-9F96EA9222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0838" y="1992313"/>
          <a:ext cx="6154737" cy="357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3333750" imgH="1936750" progId="MSPhotoEd.3">
                  <p:embed/>
                </p:oleObj>
              </mc:Choice>
              <mc:Fallback>
                <p:oleObj name="Photo Editor Photo" r:id="rId3" imgW="3333750" imgH="1936750" progId="MSPhotoEd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8" y="1992313"/>
                        <a:ext cx="6154737" cy="357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" name="Rectangle 3">
            <a:extLst>
              <a:ext uri="{FF2B5EF4-FFF2-40B4-BE49-F238E27FC236}">
                <a16:creationId xmlns:a16="http://schemas.microsoft.com/office/drawing/2014/main" id="{152B736B-9970-905E-C530-4E6218AD4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5813" y="0"/>
            <a:ext cx="7620000" cy="769938"/>
          </a:xfrm>
        </p:spPr>
        <p:txBody>
          <a:bodyPr/>
          <a:lstStyle/>
          <a:p>
            <a:r>
              <a:rPr lang="en-US" altLang="en-BD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 (Example) Cont..</a:t>
            </a:r>
          </a:p>
        </p:txBody>
      </p:sp>
      <p:cxnSp>
        <p:nvCxnSpPr>
          <p:cNvPr id="22532" name="Straight Connector 3">
            <a:extLst>
              <a:ext uri="{FF2B5EF4-FFF2-40B4-BE49-F238E27FC236}">
                <a16:creationId xmlns:a16="http://schemas.microsoft.com/office/drawing/2014/main" id="{04A7F232-59D7-F730-0191-7AA8E3711B3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>
            <a:extLst>
              <a:ext uri="{FF2B5EF4-FFF2-40B4-BE49-F238E27FC236}">
                <a16:creationId xmlns:a16="http://schemas.microsoft.com/office/drawing/2014/main" id="{589AEC38-0F89-3A6A-BC65-AFB68C47F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2771" name="Text Box 3">
            <a:extLst>
              <a:ext uri="{FF2B5EF4-FFF2-40B4-BE49-F238E27FC236}">
                <a16:creationId xmlns:a16="http://schemas.microsoft.com/office/drawing/2014/main" id="{96D2BED6-D7EB-7381-32FD-12B9637D3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32772" name="Text Box 4">
            <a:extLst>
              <a:ext uri="{FF2B5EF4-FFF2-40B4-BE49-F238E27FC236}">
                <a16:creationId xmlns:a16="http://schemas.microsoft.com/office/drawing/2014/main" id="{B8E3A1FC-72A3-267E-21FA-CA3518FEE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32773" name="Text Box 5">
            <a:extLst>
              <a:ext uri="{FF2B5EF4-FFF2-40B4-BE49-F238E27FC236}">
                <a16:creationId xmlns:a16="http://schemas.microsoft.com/office/drawing/2014/main" id="{16DE5470-1910-13BF-782B-CE1E10B83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32774" name="Text Box 6">
            <a:extLst>
              <a:ext uri="{FF2B5EF4-FFF2-40B4-BE49-F238E27FC236}">
                <a16:creationId xmlns:a16="http://schemas.microsoft.com/office/drawing/2014/main" id="{32A86A86-182B-2282-EFF9-8003413C8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32775" name="Text Box 7">
            <a:extLst>
              <a:ext uri="{FF2B5EF4-FFF2-40B4-BE49-F238E27FC236}">
                <a16:creationId xmlns:a16="http://schemas.microsoft.com/office/drawing/2014/main" id="{6BA047A2-7BDD-B1DC-1638-07276D8F7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32776" name="Text Box 8">
            <a:extLst>
              <a:ext uri="{FF2B5EF4-FFF2-40B4-BE49-F238E27FC236}">
                <a16:creationId xmlns:a16="http://schemas.microsoft.com/office/drawing/2014/main" id="{40A0A4B1-712C-D36D-49B7-7B1DEBF0E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32777" name="Text Box 9">
            <a:extLst>
              <a:ext uri="{FF2B5EF4-FFF2-40B4-BE49-F238E27FC236}">
                <a16:creationId xmlns:a16="http://schemas.microsoft.com/office/drawing/2014/main" id="{19C0DB6E-C029-B85B-D312-F1192370F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67</a:t>
            </a:r>
          </a:p>
        </p:txBody>
      </p:sp>
      <p:cxnSp>
        <p:nvCxnSpPr>
          <p:cNvPr id="32778" name="Straight Connector 9">
            <a:extLst>
              <a:ext uri="{FF2B5EF4-FFF2-40B4-BE49-F238E27FC236}">
                <a16:creationId xmlns:a16="http://schemas.microsoft.com/office/drawing/2014/main" id="{A624C5C7-3F2D-1778-5C7C-6A6948357C8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79" name="Text Box 2">
            <a:extLst>
              <a:ext uri="{FF2B5EF4-FFF2-40B4-BE49-F238E27FC236}">
                <a16:creationId xmlns:a16="http://schemas.microsoft.com/office/drawing/2014/main" id="{644E211C-F2CB-0C13-32D5-FFF81DC4F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214313"/>
            <a:ext cx="5889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 u="none">
                <a:solidFill>
                  <a:srgbClr val="002060"/>
                </a:solidFill>
              </a:rPr>
              <a:t>Merge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>
            <a:extLst>
              <a:ext uri="{FF2B5EF4-FFF2-40B4-BE49-F238E27FC236}">
                <a16:creationId xmlns:a16="http://schemas.microsoft.com/office/drawing/2014/main" id="{1B89E26B-EE7C-240F-BACF-69597A61A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285750"/>
            <a:ext cx="5889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 u="none">
                <a:solidFill>
                  <a:srgbClr val="002060"/>
                </a:solidFill>
              </a:rPr>
              <a:t>Merge</a:t>
            </a:r>
          </a:p>
        </p:txBody>
      </p:sp>
      <p:sp>
        <p:nvSpPr>
          <p:cNvPr id="33795" name="Text Box 3">
            <a:extLst>
              <a:ext uri="{FF2B5EF4-FFF2-40B4-BE49-F238E27FC236}">
                <a16:creationId xmlns:a16="http://schemas.microsoft.com/office/drawing/2014/main" id="{5ABE3DAF-0311-335D-C953-226E3FF7F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33796" name="Text Box 4">
            <a:extLst>
              <a:ext uri="{FF2B5EF4-FFF2-40B4-BE49-F238E27FC236}">
                <a16:creationId xmlns:a16="http://schemas.microsoft.com/office/drawing/2014/main" id="{6466E9D9-DE95-207D-39E6-CCAA406FD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33797" name="Text Box 5">
            <a:extLst>
              <a:ext uri="{FF2B5EF4-FFF2-40B4-BE49-F238E27FC236}">
                <a16:creationId xmlns:a16="http://schemas.microsoft.com/office/drawing/2014/main" id="{0C1920A7-C9AF-5202-368C-3CF1B094E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33798" name="Text Box 6">
            <a:extLst>
              <a:ext uri="{FF2B5EF4-FFF2-40B4-BE49-F238E27FC236}">
                <a16:creationId xmlns:a16="http://schemas.microsoft.com/office/drawing/2014/main" id="{8096F133-E029-DD80-F29A-1CC1D163E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33799" name="Text Box 7">
            <a:extLst>
              <a:ext uri="{FF2B5EF4-FFF2-40B4-BE49-F238E27FC236}">
                <a16:creationId xmlns:a16="http://schemas.microsoft.com/office/drawing/2014/main" id="{5D1FA46B-E044-6463-ABE8-C9217C414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33800" name="Text Box 8">
            <a:extLst>
              <a:ext uri="{FF2B5EF4-FFF2-40B4-BE49-F238E27FC236}">
                <a16:creationId xmlns:a16="http://schemas.microsoft.com/office/drawing/2014/main" id="{5B6C1928-D9D4-DE7E-F8DE-9749E4C6C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33801" name="Text Box 9">
            <a:extLst>
              <a:ext uri="{FF2B5EF4-FFF2-40B4-BE49-F238E27FC236}">
                <a16:creationId xmlns:a16="http://schemas.microsoft.com/office/drawing/2014/main" id="{8BEF543B-4BAF-88C1-A3BC-A5303055A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3802" name="Text Box 10">
            <a:extLst>
              <a:ext uri="{FF2B5EF4-FFF2-40B4-BE49-F238E27FC236}">
                <a16:creationId xmlns:a16="http://schemas.microsoft.com/office/drawing/2014/main" id="{E7ABE849-866A-3F75-D4A2-BDBBD0114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>
                <a:latin typeface="Courier New" panose="02070309020205020404" pitchFamily="49" charset="0"/>
              </a:rPr>
              <a:t>6</a:t>
            </a:r>
          </a:p>
        </p:txBody>
      </p:sp>
      <p:cxnSp>
        <p:nvCxnSpPr>
          <p:cNvPr id="33803" name="Straight Connector 10">
            <a:extLst>
              <a:ext uri="{FF2B5EF4-FFF2-40B4-BE49-F238E27FC236}">
                <a16:creationId xmlns:a16="http://schemas.microsoft.com/office/drawing/2014/main" id="{3B653240-2BF8-A3BF-4195-EE4D210F171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BDD3718C-5837-BDC9-399E-1F046EECC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214313"/>
            <a:ext cx="5889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 u="none">
                <a:solidFill>
                  <a:srgbClr val="002060"/>
                </a:solidFill>
              </a:rPr>
              <a:t>Merge</a:t>
            </a:r>
          </a:p>
        </p:txBody>
      </p:sp>
      <p:sp>
        <p:nvSpPr>
          <p:cNvPr id="34819" name="Text Box 3">
            <a:extLst>
              <a:ext uri="{FF2B5EF4-FFF2-40B4-BE49-F238E27FC236}">
                <a16:creationId xmlns:a16="http://schemas.microsoft.com/office/drawing/2014/main" id="{2C9992AA-9110-EC13-88C1-804D017A9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34820" name="Text Box 4">
            <a:extLst>
              <a:ext uri="{FF2B5EF4-FFF2-40B4-BE49-F238E27FC236}">
                <a16:creationId xmlns:a16="http://schemas.microsoft.com/office/drawing/2014/main" id="{21D8CA25-6138-814D-2C67-C0951BA4E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34821" name="Text Box 5">
            <a:extLst>
              <a:ext uri="{FF2B5EF4-FFF2-40B4-BE49-F238E27FC236}">
                <a16:creationId xmlns:a16="http://schemas.microsoft.com/office/drawing/2014/main" id="{2CBEE2AD-CF4D-CD69-A310-555EA7538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34822" name="Text Box 6">
            <a:extLst>
              <a:ext uri="{FF2B5EF4-FFF2-40B4-BE49-F238E27FC236}">
                <a16:creationId xmlns:a16="http://schemas.microsoft.com/office/drawing/2014/main" id="{3313A345-B152-3F19-9399-1163F3287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34823" name="Text Box 7">
            <a:extLst>
              <a:ext uri="{FF2B5EF4-FFF2-40B4-BE49-F238E27FC236}">
                <a16:creationId xmlns:a16="http://schemas.microsoft.com/office/drawing/2014/main" id="{DF960772-3653-01E7-8469-5C161EA83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34824" name="Text Box 8">
            <a:extLst>
              <a:ext uri="{FF2B5EF4-FFF2-40B4-BE49-F238E27FC236}">
                <a16:creationId xmlns:a16="http://schemas.microsoft.com/office/drawing/2014/main" id="{7C5F777C-BE14-CA7F-AFEB-3BF7167D5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34825" name="Text Box 9">
            <a:extLst>
              <a:ext uri="{FF2B5EF4-FFF2-40B4-BE49-F238E27FC236}">
                <a16:creationId xmlns:a16="http://schemas.microsoft.com/office/drawing/2014/main" id="{C8EFB506-E854-2B21-0A89-73E0AE029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34826" name="Text Box 10">
            <a:extLst>
              <a:ext uri="{FF2B5EF4-FFF2-40B4-BE49-F238E27FC236}">
                <a16:creationId xmlns:a16="http://schemas.microsoft.com/office/drawing/2014/main" id="{5DEAF96E-1746-99E9-3F9B-60E879E4D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4827" name="Text Box 11">
            <a:extLst>
              <a:ext uri="{FF2B5EF4-FFF2-40B4-BE49-F238E27FC236}">
                <a16:creationId xmlns:a16="http://schemas.microsoft.com/office/drawing/2014/main" id="{5A974CDB-4BAC-92B1-91AE-650FA0F41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33</a:t>
            </a:r>
          </a:p>
        </p:txBody>
      </p:sp>
      <p:cxnSp>
        <p:nvCxnSpPr>
          <p:cNvPr id="34828" name="Straight Connector 11">
            <a:extLst>
              <a:ext uri="{FF2B5EF4-FFF2-40B4-BE49-F238E27FC236}">
                <a16:creationId xmlns:a16="http://schemas.microsoft.com/office/drawing/2014/main" id="{08A7CF99-2010-2557-9911-47F9C393800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>
            <a:extLst>
              <a:ext uri="{FF2B5EF4-FFF2-40B4-BE49-F238E27FC236}">
                <a16:creationId xmlns:a16="http://schemas.microsoft.com/office/drawing/2014/main" id="{EE8DA290-3DDA-7163-7537-4ECBF3D69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214313"/>
            <a:ext cx="5889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 u="none">
                <a:solidFill>
                  <a:srgbClr val="002060"/>
                </a:solidFill>
              </a:rPr>
              <a:t>Merge</a:t>
            </a:r>
          </a:p>
        </p:txBody>
      </p:sp>
      <p:sp>
        <p:nvSpPr>
          <p:cNvPr id="35843" name="Text Box 3">
            <a:extLst>
              <a:ext uri="{FF2B5EF4-FFF2-40B4-BE49-F238E27FC236}">
                <a16:creationId xmlns:a16="http://schemas.microsoft.com/office/drawing/2014/main" id="{E4CACDE9-8118-60EC-3D71-FC72D6EC0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5844" name="Text Box 4">
            <a:extLst>
              <a:ext uri="{FF2B5EF4-FFF2-40B4-BE49-F238E27FC236}">
                <a16:creationId xmlns:a16="http://schemas.microsoft.com/office/drawing/2014/main" id="{720E4F4F-7ADB-1391-80E5-CCCE121F1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35845" name="Text Box 5">
            <a:extLst>
              <a:ext uri="{FF2B5EF4-FFF2-40B4-BE49-F238E27FC236}">
                <a16:creationId xmlns:a16="http://schemas.microsoft.com/office/drawing/2014/main" id="{C0F43B79-C111-BB31-3D0A-C982FD233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35846" name="Text Box 6">
            <a:extLst>
              <a:ext uri="{FF2B5EF4-FFF2-40B4-BE49-F238E27FC236}">
                <a16:creationId xmlns:a16="http://schemas.microsoft.com/office/drawing/2014/main" id="{AC0F4783-63EB-72FF-8796-50B175056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35847" name="Text Box 7">
            <a:extLst>
              <a:ext uri="{FF2B5EF4-FFF2-40B4-BE49-F238E27FC236}">
                <a16:creationId xmlns:a16="http://schemas.microsoft.com/office/drawing/2014/main" id="{5D1B9BA7-7BB5-82E7-64BD-BCE37E6A1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35848" name="Text Box 8">
            <a:extLst>
              <a:ext uri="{FF2B5EF4-FFF2-40B4-BE49-F238E27FC236}">
                <a16:creationId xmlns:a16="http://schemas.microsoft.com/office/drawing/2014/main" id="{CD978E0B-BDF7-DE64-4358-47C3B2E1E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35849" name="Text Box 9">
            <a:extLst>
              <a:ext uri="{FF2B5EF4-FFF2-40B4-BE49-F238E27FC236}">
                <a16:creationId xmlns:a16="http://schemas.microsoft.com/office/drawing/2014/main" id="{DEBB3C13-FD10-72EB-1EFD-F72029F7E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35850" name="Text Box 10">
            <a:extLst>
              <a:ext uri="{FF2B5EF4-FFF2-40B4-BE49-F238E27FC236}">
                <a16:creationId xmlns:a16="http://schemas.microsoft.com/office/drawing/2014/main" id="{859DBC0B-8F93-55A5-E27D-03E1209E7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5851" name="Text Box 11">
            <a:extLst>
              <a:ext uri="{FF2B5EF4-FFF2-40B4-BE49-F238E27FC236}">
                <a16:creationId xmlns:a16="http://schemas.microsoft.com/office/drawing/2014/main" id="{056662D4-BF70-6F4D-3FC9-4EE644056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35852" name="Text Box 12">
            <a:extLst>
              <a:ext uri="{FF2B5EF4-FFF2-40B4-BE49-F238E27FC236}">
                <a16:creationId xmlns:a16="http://schemas.microsoft.com/office/drawing/2014/main" id="{C5583210-7038-2ECA-4561-1F5DA905A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33</a:t>
            </a:r>
          </a:p>
        </p:txBody>
      </p:sp>
      <p:cxnSp>
        <p:nvCxnSpPr>
          <p:cNvPr id="35853" name="Straight Connector 12">
            <a:extLst>
              <a:ext uri="{FF2B5EF4-FFF2-40B4-BE49-F238E27FC236}">
                <a16:creationId xmlns:a16="http://schemas.microsoft.com/office/drawing/2014/main" id="{48B5B77E-3417-83DE-BA60-71E1EA360F6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>
            <a:extLst>
              <a:ext uri="{FF2B5EF4-FFF2-40B4-BE49-F238E27FC236}">
                <a16:creationId xmlns:a16="http://schemas.microsoft.com/office/drawing/2014/main" id="{69B27041-ACD6-8367-D720-F1B7550CB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142875"/>
            <a:ext cx="5889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 u="none">
                <a:solidFill>
                  <a:srgbClr val="002060"/>
                </a:solidFill>
              </a:rPr>
              <a:t>Merge</a:t>
            </a:r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35F4A141-8C67-460A-F175-D59AEBD0F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6868" name="Text Box 4">
            <a:extLst>
              <a:ext uri="{FF2B5EF4-FFF2-40B4-BE49-F238E27FC236}">
                <a16:creationId xmlns:a16="http://schemas.microsoft.com/office/drawing/2014/main" id="{3348BD6F-FD24-6900-EDF7-F6C2C61A0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36869" name="Text Box 5">
            <a:extLst>
              <a:ext uri="{FF2B5EF4-FFF2-40B4-BE49-F238E27FC236}">
                <a16:creationId xmlns:a16="http://schemas.microsoft.com/office/drawing/2014/main" id="{551C6DA5-9B1C-521E-75FF-F3ACEF76B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36870" name="Text Box 6">
            <a:extLst>
              <a:ext uri="{FF2B5EF4-FFF2-40B4-BE49-F238E27FC236}">
                <a16:creationId xmlns:a16="http://schemas.microsoft.com/office/drawing/2014/main" id="{9DBA928E-B417-8E31-F27C-B067B4F05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36871" name="Text Box 7">
            <a:extLst>
              <a:ext uri="{FF2B5EF4-FFF2-40B4-BE49-F238E27FC236}">
                <a16:creationId xmlns:a16="http://schemas.microsoft.com/office/drawing/2014/main" id="{9B136655-5F18-391A-53CA-AF7E9DA83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36872" name="Text Box 8">
            <a:extLst>
              <a:ext uri="{FF2B5EF4-FFF2-40B4-BE49-F238E27FC236}">
                <a16:creationId xmlns:a16="http://schemas.microsoft.com/office/drawing/2014/main" id="{26C38AD0-205F-2630-B071-3AA35EFA6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36873" name="Text Box 9">
            <a:extLst>
              <a:ext uri="{FF2B5EF4-FFF2-40B4-BE49-F238E27FC236}">
                <a16:creationId xmlns:a16="http://schemas.microsoft.com/office/drawing/2014/main" id="{8A63BA31-FD87-3560-5BB2-926583F04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36874" name="Text Box 10">
            <a:extLst>
              <a:ext uri="{FF2B5EF4-FFF2-40B4-BE49-F238E27FC236}">
                <a16:creationId xmlns:a16="http://schemas.microsoft.com/office/drawing/2014/main" id="{87438915-6541-2CDA-B2FD-D438C237C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6875" name="Text Box 11">
            <a:extLst>
              <a:ext uri="{FF2B5EF4-FFF2-40B4-BE49-F238E27FC236}">
                <a16:creationId xmlns:a16="http://schemas.microsoft.com/office/drawing/2014/main" id="{5A775C18-0202-42E9-B603-DAEEA99DE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36876" name="Text Box 12">
            <a:extLst>
              <a:ext uri="{FF2B5EF4-FFF2-40B4-BE49-F238E27FC236}">
                <a16:creationId xmlns:a16="http://schemas.microsoft.com/office/drawing/2014/main" id="{941BAED0-6A40-0714-CF00-65A2BFF93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36877" name="Text Box 13">
            <a:extLst>
              <a:ext uri="{FF2B5EF4-FFF2-40B4-BE49-F238E27FC236}">
                <a16:creationId xmlns:a16="http://schemas.microsoft.com/office/drawing/2014/main" id="{C44211FA-C82F-679A-6243-5A6678261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33</a:t>
            </a:r>
          </a:p>
        </p:txBody>
      </p:sp>
      <p:cxnSp>
        <p:nvCxnSpPr>
          <p:cNvPr id="36878" name="Straight Connector 13">
            <a:extLst>
              <a:ext uri="{FF2B5EF4-FFF2-40B4-BE49-F238E27FC236}">
                <a16:creationId xmlns:a16="http://schemas.microsoft.com/office/drawing/2014/main" id="{95CB8B63-566B-37FD-00BA-315B593E09B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>
            <a:extLst>
              <a:ext uri="{FF2B5EF4-FFF2-40B4-BE49-F238E27FC236}">
                <a16:creationId xmlns:a16="http://schemas.microsoft.com/office/drawing/2014/main" id="{26E3A9B1-02B5-3F7F-BD0C-7838BFCD0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5938" y="214313"/>
            <a:ext cx="5889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 u="none">
                <a:solidFill>
                  <a:srgbClr val="002060"/>
                </a:solidFill>
              </a:rPr>
              <a:t>Merge</a:t>
            </a:r>
          </a:p>
        </p:txBody>
      </p:sp>
      <p:sp>
        <p:nvSpPr>
          <p:cNvPr id="37891" name="Text Box 3">
            <a:extLst>
              <a:ext uri="{FF2B5EF4-FFF2-40B4-BE49-F238E27FC236}">
                <a16:creationId xmlns:a16="http://schemas.microsoft.com/office/drawing/2014/main" id="{C66F4753-3250-569D-8022-D5EE116A5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7892" name="Text Box 4">
            <a:extLst>
              <a:ext uri="{FF2B5EF4-FFF2-40B4-BE49-F238E27FC236}">
                <a16:creationId xmlns:a16="http://schemas.microsoft.com/office/drawing/2014/main" id="{C9F38107-BC6B-4A87-39F7-46963B068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37893" name="Text Box 5">
            <a:extLst>
              <a:ext uri="{FF2B5EF4-FFF2-40B4-BE49-F238E27FC236}">
                <a16:creationId xmlns:a16="http://schemas.microsoft.com/office/drawing/2014/main" id="{838408C2-FA2A-E71B-0F84-28C0DDBA8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37894" name="Text Box 6">
            <a:extLst>
              <a:ext uri="{FF2B5EF4-FFF2-40B4-BE49-F238E27FC236}">
                <a16:creationId xmlns:a16="http://schemas.microsoft.com/office/drawing/2014/main" id="{9436FA0F-5F3D-86A8-2D61-46CD4D9BA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37895" name="Text Box 7">
            <a:extLst>
              <a:ext uri="{FF2B5EF4-FFF2-40B4-BE49-F238E27FC236}">
                <a16:creationId xmlns:a16="http://schemas.microsoft.com/office/drawing/2014/main" id="{C09A03E3-81BB-C4BD-3090-02E06D1F4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37896" name="Text Box 8">
            <a:extLst>
              <a:ext uri="{FF2B5EF4-FFF2-40B4-BE49-F238E27FC236}">
                <a16:creationId xmlns:a16="http://schemas.microsoft.com/office/drawing/2014/main" id="{39E4D8DB-E219-55DD-5B6C-5755E72E7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37897" name="Text Box 9">
            <a:extLst>
              <a:ext uri="{FF2B5EF4-FFF2-40B4-BE49-F238E27FC236}">
                <a16:creationId xmlns:a16="http://schemas.microsoft.com/office/drawing/2014/main" id="{BC583651-7516-0895-9A67-E150C101E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37898" name="Text Box 10">
            <a:extLst>
              <a:ext uri="{FF2B5EF4-FFF2-40B4-BE49-F238E27FC236}">
                <a16:creationId xmlns:a16="http://schemas.microsoft.com/office/drawing/2014/main" id="{2CB18A45-75D3-77E4-73DA-029F28A86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7899" name="Text Box 11">
            <a:extLst>
              <a:ext uri="{FF2B5EF4-FFF2-40B4-BE49-F238E27FC236}">
                <a16:creationId xmlns:a16="http://schemas.microsoft.com/office/drawing/2014/main" id="{F8544FB7-F563-C8A5-6FB7-94B2D915F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37900" name="Text Box 12">
            <a:extLst>
              <a:ext uri="{FF2B5EF4-FFF2-40B4-BE49-F238E27FC236}">
                <a16:creationId xmlns:a16="http://schemas.microsoft.com/office/drawing/2014/main" id="{4C79192B-B632-8EFB-B415-53B1A02AB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37901" name="Text Box 13">
            <a:extLst>
              <a:ext uri="{FF2B5EF4-FFF2-40B4-BE49-F238E27FC236}">
                <a16:creationId xmlns:a16="http://schemas.microsoft.com/office/drawing/2014/main" id="{8B379985-DDD4-59A8-ED0C-94A8C20E0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37902" name="Text Box 14">
            <a:extLst>
              <a:ext uri="{FF2B5EF4-FFF2-40B4-BE49-F238E27FC236}">
                <a16:creationId xmlns:a16="http://schemas.microsoft.com/office/drawing/2014/main" id="{B79F3545-063B-3067-E675-AE1E5FD9C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42</a:t>
            </a:r>
          </a:p>
        </p:txBody>
      </p:sp>
      <p:cxnSp>
        <p:nvCxnSpPr>
          <p:cNvPr id="37903" name="Straight Connector 14">
            <a:extLst>
              <a:ext uri="{FF2B5EF4-FFF2-40B4-BE49-F238E27FC236}">
                <a16:creationId xmlns:a16="http://schemas.microsoft.com/office/drawing/2014/main" id="{FA02A518-FA63-A7C2-D369-A710F783774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>
            <a:extLst>
              <a:ext uri="{FF2B5EF4-FFF2-40B4-BE49-F238E27FC236}">
                <a16:creationId xmlns:a16="http://schemas.microsoft.com/office/drawing/2014/main" id="{49087851-C076-0E55-E764-0DDC3F5C5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214313"/>
            <a:ext cx="5889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 u="none">
                <a:solidFill>
                  <a:srgbClr val="002060"/>
                </a:solidFill>
              </a:rPr>
              <a:t>Merge</a:t>
            </a:r>
          </a:p>
        </p:txBody>
      </p:sp>
      <p:sp>
        <p:nvSpPr>
          <p:cNvPr id="38915" name="Text Box 3">
            <a:extLst>
              <a:ext uri="{FF2B5EF4-FFF2-40B4-BE49-F238E27FC236}">
                <a16:creationId xmlns:a16="http://schemas.microsoft.com/office/drawing/2014/main" id="{DC364654-8B51-3819-6A02-80064D623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8916" name="Text Box 4">
            <a:extLst>
              <a:ext uri="{FF2B5EF4-FFF2-40B4-BE49-F238E27FC236}">
                <a16:creationId xmlns:a16="http://schemas.microsoft.com/office/drawing/2014/main" id="{B49C7AC2-81DD-47A2-E9A8-0646E787C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38917" name="Text Box 5">
            <a:extLst>
              <a:ext uri="{FF2B5EF4-FFF2-40B4-BE49-F238E27FC236}">
                <a16:creationId xmlns:a16="http://schemas.microsoft.com/office/drawing/2014/main" id="{EA2EACFC-1905-22AB-B72A-CFE4C2CBE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38918" name="Text Box 6">
            <a:extLst>
              <a:ext uri="{FF2B5EF4-FFF2-40B4-BE49-F238E27FC236}">
                <a16:creationId xmlns:a16="http://schemas.microsoft.com/office/drawing/2014/main" id="{F539412F-9FC9-1202-6080-CE24589ED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38919" name="Text Box 7">
            <a:extLst>
              <a:ext uri="{FF2B5EF4-FFF2-40B4-BE49-F238E27FC236}">
                <a16:creationId xmlns:a16="http://schemas.microsoft.com/office/drawing/2014/main" id="{14DFB964-1DEC-5396-E599-D2E1D0002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38920" name="Text Box 8">
            <a:extLst>
              <a:ext uri="{FF2B5EF4-FFF2-40B4-BE49-F238E27FC236}">
                <a16:creationId xmlns:a16="http://schemas.microsoft.com/office/drawing/2014/main" id="{FFC811A0-C77A-5101-120B-744597DBF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38921" name="Text Box 9">
            <a:extLst>
              <a:ext uri="{FF2B5EF4-FFF2-40B4-BE49-F238E27FC236}">
                <a16:creationId xmlns:a16="http://schemas.microsoft.com/office/drawing/2014/main" id="{B13D4E8D-3544-06A1-6A67-3EFA652AA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38922" name="Text Box 10">
            <a:extLst>
              <a:ext uri="{FF2B5EF4-FFF2-40B4-BE49-F238E27FC236}">
                <a16:creationId xmlns:a16="http://schemas.microsoft.com/office/drawing/2014/main" id="{5A2C59AB-5A3F-C833-F827-5621EC98A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8923" name="Text Box 11">
            <a:extLst>
              <a:ext uri="{FF2B5EF4-FFF2-40B4-BE49-F238E27FC236}">
                <a16:creationId xmlns:a16="http://schemas.microsoft.com/office/drawing/2014/main" id="{8C5E56FE-76B0-44E6-7C57-AFCB82905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38924" name="Text Box 12">
            <a:extLst>
              <a:ext uri="{FF2B5EF4-FFF2-40B4-BE49-F238E27FC236}">
                <a16:creationId xmlns:a16="http://schemas.microsoft.com/office/drawing/2014/main" id="{4EAE5F06-22C9-A514-3509-D381F6C4F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38925" name="Text Box 13">
            <a:extLst>
              <a:ext uri="{FF2B5EF4-FFF2-40B4-BE49-F238E27FC236}">
                <a16:creationId xmlns:a16="http://schemas.microsoft.com/office/drawing/2014/main" id="{11B281EA-3231-816B-5C69-66DAFB3E2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470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38926" name="Text Box 14">
            <a:extLst>
              <a:ext uri="{FF2B5EF4-FFF2-40B4-BE49-F238E27FC236}">
                <a16:creationId xmlns:a16="http://schemas.microsoft.com/office/drawing/2014/main" id="{02694FEC-7C3F-3423-702C-F2949CBDD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38927" name="Text Box 15">
            <a:extLst>
              <a:ext uri="{FF2B5EF4-FFF2-40B4-BE49-F238E27FC236}">
                <a16:creationId xmlns:a16="http://schemas.microsoft.com/office/drawing/2014/main" id="{C62C4FA3-469C-3B41-1450-8645A9052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67</a:t>
            </a:r>
          </a:p>
        </p:txBody>
      </p:sp>
      <p:cxnSp>
        <p:nvCxnSpPr>
          <p:cNvPr id="38928" name="Straight Connector 15">
            <a:extLst>
              <a:ext uri="{FF2B5EF4-FFF2-40B4-BE49-F238E27FC236}">
                <a16:creationId xmlns:a16="http://schemas.microsoft.com/office/drawing/2014/main" id="{A9F0D431-766B-9E2C-041F-8BE67A2AFB7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>
            <a:extLst>
              <a:ext uri="{FF2B5EF4-FFF2-40B4-BE49-F238E27FC236}">
                <a16:creationId xmlns:a16="http://schemas.microsoft.com/office/drawing/2014/main" id="{CE733CAD-6B3B-D1C3-E314-3D5D760ED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75" y="142875"/>
            <a:ext cx="5889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 u="none">
                <a:solidFill>
                  <a:srgbClr val="002060"/>
                </a:solidFill>
              </a:rPr>
              <a:t>Merge</a:t>
            </a:r>
          </a:p>
        </p:txBody>
      </p:sp>
      <p:sp>
        <p:nvSpPr>
          <p:cNvPr id="39939" name="Text Box 3">
            <a:extLst>
              <a:ext uri="{FF2B5EF4-FFF2-40B4-BE49-F238E27FC236}">
                <a16:creationId xmlns:a16="http://schemas.microsoft.com/office/drawing/2014/main" id="{6E9A7B1E-AAAB-BE80-BE9A-4EC6FEF5A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9940" name="Text Box 4">
            <a:extLst>
              <a:ext uri="{FF2B5EF4-FFF2-40B4-BE49-F238E27FC236}">
                <a16:creationId xmlns:a16="http://schemas.microsoft.com/office/drawing/2014/main" id="{A19A33C3-3AB6-BB9B-1B2C-881CE55A4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39941" name="Text Box 5">
            <a:extLst>
              <a:ext uri="{FF2B5EF4-FFF2-40B4-BE49-F238E27FC236}">
                <a16:creationId xmlns:a16="http://schemas.microsoft.com/office/drawing/2014/main" id="{BC41EF50-AC5A-AC60-7EDC-DB70FDB97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39942" name="Text Box 6">
            <a:extLst>
              <a:ext uri="{FF2B5EF4-FFF2-40B4-BE49-F238E27FC236}">
                <a16:creationId xmlns:a16="http://schemas.microsoft.com/office/drawing/2014/main" id="{C3109158-091C-3F47-60C7-6DA5D5167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39943" name="Text Box 7">
            <a:extLst>
              <a:ext uri="{FF2B5EF4-FFF2-40B4-BE49-F238E27FC236}">
                <a16:creationId xmlns:a16="http://schemas.microsoft.com/office/drawing/2014/main" id="{8E829067-7011-4918-751F-E531D2631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39944" name="Text Box 8">
            <a:extLst>
              <a:ext uri="{FF2B5EF4-FFF2-40B4-BE49-F238E27FC236}">
                <a16:creationId xmlns:a16="http://schemas.microsoft.com/office/drawing/2014/main" id="{2286F08C-D209-347F-1E38-B4EC99C79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39945" name="Text Box 9">
            <a:extLst>
              <a:ext uri="{FF2B5EF4-FFF2-40B4-BE49-F238E27FC236}">
                <a16:creationId xmlns:a16="http://schemas.microsoft.com/office/drawing/2014/main" id="{37B41C65-220E-24DC-4527-E4061872D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39946" name="Text Box 10">
            <a:extLst>
              <a:ext uri="{FF2B5EF4-FFF2-40B4-BE49-F238E27FC236}">
                <a16:creationId xmlns:a16="http://schemas.microsoft.com/office/drawing/2014/main" id="{507960D4-76CF-EABA-DBBE-B39EBDA12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9947" name="Text Box 11">
            <a:extLst>
              <a:ext uri="{FF2B5EF4-FFF2-40B4-BE49-F238E27FC236}">
                <a16:creationId xmlns:a16="http://schemas.microsoft.com/office/drawing/2014/main" id="{966ABA50-7CCF-7771-F654-B9B445BD0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39948" name="Text Box 12">
            <a:extLst>
              <a:ext uri="{FF2B5EF4-FFF2-40B4-BE49-F238E27FC236}">
                <a16:creationId xmlns:a16="http://schemas.microsoft.com/office/drawing/2014/main" id="{05FDB3C7-5A68-41B0-25F1-9BB7C43FA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39949" name="Text Box 13">
            <a:extLst>
              <a:ext uri="{FF2B5EF4-FFF2-40B4-BE49-F238E27FC236}">
                <a16:creationId xmlns:a16="http://schemas.microsoft.com/office/drawing/2014/main" id="{2EB655E3-2BC5-8879-D182-934C66D0C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470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39950" name="Text Box 14">
            <a:extLst>
              <a:ext uri="{FF2B5EF4-FFF2-40B4-BE49-F238E27FC236}">
                <a16:creationId xmlns:a16="http://schemas.microsoft.com/office/drawing/2014/main" id="{3E364290-6635-A5A2-64F4-D1FB34FDA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3663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39951" name="Text Box 15">
            <a:extLst>
              <a:ext uri="{FF2B5EF4-FFF2-40B4-BE49-F238E27FC236}">
                <a16:creationId xmlns:a16="http://schemas.microsoft.com/office/drawing/2014/main" id="{5AA8E670-6B99-7311-8D06-0D82DB5D4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39952" name="Text Box 16">
            <a:extLst>
              <a:ext uri="{FF2B5EF4-FFF2-40B4-BE49-F238E27FC236}">
                <a16:creationId xmlns:a16="http://schemas.microsoft.com/office/drawing/2014/main" id="{B67B7CAF-BAD9-63CF-CD1F-D0CF2E03C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67</a:t>
            </a:r>
          </a:p>
        </p:txBody>
      </p:sp>
      <p:cxnSp>
        <p:nvCxnSpPr>
          <p:cNvPr id="39953" name="Straight Connector 16">
            <a:extLst>
              <a:ext uri="{FF2B5EF4-FFF2-40B4-BE49-F238E27FC236}">
                <a16:creationId xmlns:a16="http://schemas.microsoft.com/office/drawing/2014/main" id="{C8FB6980-D87F-995E-1A51-71BFFA85270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>
            <a:extLst>
              <a:ext uri="{FF2B5EF4-FFF2-40B4-BE49-F238E27FC236}">
                <a16:creationId xmlns:a16="http://schemas.microsoft.com/office/drawing/2014/main" id="{2F5C9D3E-F7A1-E46C-8FFE-0C2A88667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142875"/>
            <a:ext cx="5889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 u="none">
                <a:solidFill>
                  <a:srgbClr val="002060"/>
                </a:solidFill>
              </a:rPr>
              <a:t>Merge</a:t>
            </a:r>
          </a:p>
        </p:txBody>
      </p:sp>
      <p:sp>
        <p:nvSpPr>
          <p:cNvPr id="40963" name="Text Box 3">
            <a:extLst>
              <a:ext uri="{FF2B5EF4-FFF2-40B4-BE49-F238E27FC236}">
                <a16:creationId xmlns:a16="http://schemas.microsoft.com/office/drawing/2014/main" id="{22D76459-566A-712D-0134-D4088C2FF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40964" name="Text Box 4">
            <a:extLst>
              <a:ext uri="{FF2B5EF4-FFF2-40B4-BE49-F238E27FC236}">
                <a16:creationId xmlns:a16="http://schemas.microsoft.com/office/drawing/2014/main" id="{B462C890-C03B-FECE-15E8-89F31543A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40965" name="Text Box 5">
            <a:extLst>
              <a:ext uri="{FF2B5EF4-FFF2-40B4-BE49-F238E27FC236}">
                <a16:creationId xmlns:a16="http://schemas.microsoft.com/office/drawing/2014/main" id="{E3F984EF-DA37-F14E-F47C-23BE0B344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40966" name="Text Box 6">
            <a:extLst>
              <a:ext uri="{FF2B5EF4-FFF2-40B4-BE49-F238E27FC236}">
                <a16:creationId xmlns:a16="http://schemas.microsoft.com/office/drawing/2014/main" id="{F22EB94E-1A42-94B7-CFFF-AEF0E1648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40967" name="Text Box 7">
            <a:extLst>
              <a:ext uri="{FF2B5EF4-FFF2-40B4-BE49-F238E27FC236}">
                <a16:creationId xmlns:a16="http://schemas.microsoft.com/office/drawing/2014/main" id="{3C550406-4B1E-18B6-DA13-EFEC4DE56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40968" name="Text Box 8">
            <a:extLst>
              <a:ext uri="{FF2B5EF4-FFF2-40B4-BE49-F238E27FC236}">
                <a16:creationId xmlns:a16="http://schemas.microsoft.com/office/drawing/2014/main" id="{22C05EA2-17F2-087D-20C7-336417C48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40969" name="Text Box 9">
            <a:extLst>
              <a:ext uri="{FF2B5EF4-FFF2-40B4-BE49-F238E27FC236}">
                <a16:creationId xmlns:a16="http://schemas.microsoft.com/office/drawing/2014/main" id="{CE9D6675-212F-1F42-44E7-26C30C3AD8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40970" name="Text Box 10">
            <a:extLst>
              <a:ext uri="{FF2B5EF4-FFF2-40B4-BE49-F238E27FC236}">
                <a16:creationId xmlns:a16="http://schemas.microsoft.com/office/drawing/2014/main" id="{3764EE59-CDF8-9FFC-6C91-715D76611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40971" name="Text Box 11">
            <a:extLst>
              <a:ext uri="{FF2B5EF4-FFF2-40B4-BE49-F238E27FC236}">
                <a16:creationId xmlns:a16="http://schemas.microsoft.com/office/drawing/2014/main" id="{114FBAC6-CBF1-8D68-B2DE-0F4E29746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40972" name="Text Box 12">
            <a:extLst>
              <a:ext uri="{FF2B5EF4-FFF2-40B4-BE49-F238E27FC236}">
                <a16:creationId xmlns:a16="http://schemas.microsoft.com/office/drawing/2014/main" id="{DDF973B8-2A22-5BE2-EC39-A7C61A70A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40973" name="Text Box 13">
            <a:extLst>
              <a:ext uri="{FF2B5EF4-FFF2-40B4-BE49-F238E27FC236}">
                <a16:creationId xmlns:a16="http://schemas.microsoft.com/office/drawing/2014/main" id="{6AFAF007-431B-2809-6FEC-815E1FCA8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40974" name="Text Box 14">
            <a:extLst>
              <a:ext uri="{FF2B5EF4-FFF2-40B4-BE49-F238E27FC236}">
                <a16:creationId xmlns:a16="http://schemas.microsoft.com/office/drawing/2014/main" id="{D67D2E84-DB21-5E4C-FE2F-9DE34ACE7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40975" name="Text Box 15">
            <a:extLst>
              <a:ext uri="{FF2B5EF4-FFF2-40B4-BE49-F238E27FC236}">
                <a16:creationId xmlns:a16="http://schemas.microsoft.com/office/drawing/2014/main" id="{905DDA72-D197-F4F5-ABD3-5ACCFC9F5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470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40976" name="Text Box 16">
            <a:extLst>
              <a:ext uri="{FF2B5EF4-FFF2-40B4-BE49-F238E27FC236}">
                <a16:creationId xmlns:a16="http://schemas.microsoft.com/office/drawing/2014/main" id="{601E8BCF-51E2-E321-F2C5-6E21FDC7D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3663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40977" name="Text Box 17">
            <a:extLst>
              <a:ext uri="{FF2B5EF4-FFF2-40B4-BE49-F238E27FC236}">
                <a16:creationId xmlns:a16="http://schemas.microsoft.com/office/drawing/2014/main" id="{460AA781-D6E1-2190-5B17-01DD59B5D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1038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67</a:t>
            </a:r>
          </a:p>
        </p:txBody>
      </p:sp>
      <p:cxnSp>
        <p:nvCxnSpPr>
          <p:cNvPr id="40978" name="Straight Connector 17">
            <a:extLst>
              <a:ext uri="{FF2B5EF4-FFF2-40B4-BE49-F238E27FC236}">
                <a16:creationId xmlns:a16="http://schemas.microsoft.com/office/drawing/2014/main" id="{BA761C8F-568B-2D16-7E4E-1C05329089D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>
            <a:extLst>
              <a:ext uri="{FF2B5EF4-FFF2-40B4-BE49-F238E27FC236}">
                <a16:creationId xmlns:a16="http://schemas.microsoft.com/office/drawing/2014/main" id="{985D74C6-8E08-C475-4752-92C81E8EF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75" y="214313"/>
            <a:ext cx="5889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 u="none">
                <a:solidFill>
                  <a:srgbClr val="002060"/>
                </a:solidFill>
              </a:rPr>
              <a:t>Merge</a:t>
            </a:r>
          </a:p>
        </p:txBody>
      </p:sp>
      <p:sp>
        <p:nvSpPr>
          <p:cNvPr id="41987" name="Text Box 3">
            <a:extLst>
              <a:ext uri="{FF2B5EF4-FFF2-40B4-BE49-F238E27FC236}">
                <a16:creationId xmlns:a16="http://schemas.microsoft.com/office/drawing/2014/main" id="{9C7B67FF-4E22-4C61-CB14-D2C9CBE77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41988" name="Text Box 4">
            <a:extLst>
              <a:ext uri="{FF2B5EF4-FFF2-40B4-BE49-F238E27FC236}">
                <a16:creationId xmlns:a16="http://schemas.microsoft.com/office/drawing/2014/main" id="{70F9EEEC-497A-1AD4-EF49-86B1FB059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41989" name="Text Box 5">
            <a:extLst>
              <a:ext uri="{FF2B5EF4-FFF2-40B4-BE49-F238E27FC236}">
                <a16:creationId xmlns:a16="http://schemas.microsoft.com/office/drawing/2014/main" id="{050419D3-1E64-1428-416C-907D58A3B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41990" name="Text Box 6">
            <a:extLst>
              <a:ext uri="{FF2B5EF4-FFF2-40B4-BE49-F238E27FC236}">
                <a16:creationId xmlns:a16="http://schemas.microsoft.com/office/drawing/2014/main" id="{A5DDB762-615C-88F1-A159-2372F0154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43815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41991" name="Text Box 7">
            <a:extLst>
              <a:ext uri="{FF2B5EF4-FFF2-40B4-BE49-F238E27FC236}">
                <a16:creationId xmlns:a16="http://schemas.microsoft.com/office/drawing/2014/main" id="{AC48F992-0805-60FC-C943-A51C6C76D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92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41992" name="Text Box 8">
            <a:extLst>
              <a:ext uri="{FF2B5EF4-FFF2-40B4-BE49-F238E27FC236}">
                <a16:creationId xmlns:a16="http://schemas.microsoft.com/office/drawing/2014/main" id="{FFDB762B-7FAE-070E-C2D6-81B8F7639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530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41993" name="Text Box 9">
            <a:extLst>
              <a:ext uri="{FF2B5EF4-FFF2-40B4-BE49-F238E27FC236}">
                <a16:creationId xmlns:a16="http://schemas.microsoft.com/office/drawing/2014/main" id="{5C988815-2FED-19C7-738F-CF117A4CA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2675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41994" name="Text Box 10">
            <a:extLst>
              <a:ext uri="{FF2B5EF4-FFF2-40B4-BE49-F238E27FC236}">
                <a16:creationId xmlns:a16="http://schemas.microsoft.com/office/drawing/2014/main" id="{3E78A3FD-A6D9-98D5-759A-4BDC82BB6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0050" y="43688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41995" name="Text Box 11">
            <a:extLst>
              <a:ext uri="{FF2B5EF4-FFF2-40B4-BE49-F238E27FC236}">
                <a16:creationId xmlns:a16="http://schemas.microsoft.com/office/drawing/2014/main" id="{428D0A81-18A2-713C-EAB6-5E3A05F03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en-BD" sz="24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41996" name="Text Box 12">
            <a:extLst>
              <a:ext uri="{FF2B5EF4-FFF2-40B4-BE49-F238E27FC236}">
                <a16:creationId xmlns:a16="http://schemas.microsoft.com/office/drawing/2014/main" id="{4FF058A3-C5CB-D1C2-14F9-A7D3B48CB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257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41997" name="Text Box 13">
            <a:extLst>
              <a:ext uri="{FF2B5EF4-FFF2-40B4-BE49-F238E27FC236}">
                <a16:creationId xmlns:a16="http://schemas.microsoft.com/office/drawing/2014/main" id="{C26DD80C-131C-9AAD-428A-C3F9FEBC7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95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41998" name="Text Box 14">
            <a:extLst>
              <a:ext uri="{FF2B5EF4-FFF2-40B4-BE49-F238E27FC236}">
                <a16:creationId xmlns:a16="http://schemas.microsoft.com/office/drawing/2014/main" id="{13A5BA33-D68B-D706-AC18-5DC05057B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325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41999" name="Text Box 15">
            <a:extLst>
              <a:ext uri="{FF2B5EF4-FFF2-40B4-BE49-F238E27FC236}">
                <a16:creationId xmlns:a16="http://schemas.microsoft.com/office/drawing/2014/main" id="{146AEAA6-A82A-6C3B-CC76-C97F14670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4700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42000" name="Text Box 16">
            <a:extLst>
              <a:ext uri="{FF2B5EF4-FFF2-40B4-BE49-F238E27FC236}">
                <a16:creationId xmlns:a16="http://schemas.microsoft.com/office/drawing/2014/main" id="{287DEEFD-E983-939D-F3BC-74E6DABDE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3663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42001" name="Text Box 17">
            <a:extLst>
              <a:ext uri="{FF2B5EF4-FFF2-40B4-BE49-F238E27FC236}">
                <a16:creationId xmlns:a16="http://schemas.microsoft.com/office/drawing/2014/main" id="{C346996E-84AD-9DAD-6060-046CCF074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1038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42002" name="Text Box 18">
            <a:extLst>
              <a:ext uri="{FF2B5EF4-FFF2-40B4-BE49-F238E27FC236}">
                <a16:creationId xmlns:a16="http://schemas.microsoft.com/office/drawing/2014/main" id="{6486529F-CE93-8917-EAD7-DB0D60973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8413" y="5118100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u="sng">
                <a:solidFill>
                  <a:schemeClr val="hlink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en-US" altLang="en-BD" sz="2400" b="1">
                <a:latin typeface="Courier New" panose="02070309020205020404" pitchFamily="49" charset="0"/>
              </a:rPr>
              <a:t>98</a:t>
            </a:r>
          </a:p>
        </p:txBody>
      </p:sp>
      <p:cxnSp>
        <p:nvCxnSpPr>
          <p:cNvPr id="42003" name="Straight Connector 18">
            <a:extLst>
              <a:ext uri="{FF2B5EF4-FFF2-40B4-BE49-F238E27FC236}">
                <a16:creationId xmlns:a16="http://schemas.microsoft.com/office/drawing/2014/main" id="{9FFBFEB7-9D3A-FF50-CD15-262932973DF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811213"/>
            <a:ext cx="9144000" cy="1587"/>
          </a:xfrm>
          <a:prstGeom prst="line">
            <a:avLst/>
          </a:prstGeom>
          <a:noFill/>
          <a:ln w="38100" algn="ctr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0" i="0" u="sng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0" i="0" u="sng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3656</TotalTime>
  <Words>647</Words>
  <Application>Microsoft Macintosh PowerPoint</Application>
  <PresentationFormat>On-screen Show (4:3)</PresentationFormat>
  <Paragraphs>231</Paragraphs>
  <Slides>39</Slides>
  <Notes>36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Tahoma</vt:lpstr>
      <vt:lpstr>新細明體</vt:lpstr>
      <vt:lpstr>Arial</vt:lpstr>
      <vt:lpstr>Wingdings</vt:lpstr>
      <vt:lpstr>Times New Roman</vt:lpstr>
      <vt:lpstr>Courier New</vt:lpstr>
      <vt:lpstr>Blends</vt:lpstr>
      <vt:lpstr>Microsoft Photo Editor 3.0 Photo</vt:lpstr>
      <vt:lpstr>Chapter 3</vt:lpstr>
      <vt:lpstr>MaxMin Algorithm</vt:lpstr>
      <vt:lpstr>A simple example</vt:lpstr>
      <vt:lpstr>Time complexity</vt:lpstr>
      <vt:lpstr>Merge Sort</vt:lpstr>
      <vt:lpstr>Algorithm: Merge Element</vt:lpstr>
      <vt:lpstr>Tree of Calls of Merge Sort</vt:lpstr>
      <vt:lpstr>Merge Sort (Example) Cont..</vt:lpstr>
      <vt:lpstr>Merge Sort (Example) Cont..</vt:lpstr>
      <vt:lpstr>MergeSort (Example) Cont..</vt:lpstr>
      <vt:lpstr>MergeSort (Example) Cont..</vt:lpstr>
      <vt:lpstr>MergeSort (Example) Cont..</vt:lpstr>
      <vt:lpstr>MergeSort (Example) Cont..</vt:lpstr>
      <vt:lpstr>MergeSort (Example) Cont..</vt:lpstr>
      <vt:lpstr>MergeSort (Example) Cont..</vt:lpstr>
      <vt:lpstr>MergeSort (Example) Cont..</vt:lpstr>
      <vt:lpstr>MergeSort (Example) Cont..</vt:lpstr>
      <vt:lpstr>MergeSort (Example) Cont..</vt:lpstr>
      <vt:lpstr>MergeSort (Example) Cont..</vt:lpstr>
      <vt:lpstr>MergeSort (Example) Cont..</vt:lpstr>
      <vt:lpstr>MergeSort (Example) Cont..</vt:lpstr>
      <vt:lpstr>MergeSort (Example) Cont..</vt:lpstr>
      <vt:lpstr>MergeSort (Example) Cont..</vt:lpstr>
      <vt:lpstr>MergeSort (Example) Cont..</vt:lpstr>
      <vt:lpstr>MergeSort (Example) Cont..</vt:lpstr>
      <vt:lpstr>MergeSort (Example) Cont..</vt:lpstr>
      <vt:lpstr>MergeSort (Example) Cont..</vt:lpstr>
      <vt:lpstr>MergeSort (Example) Cont..</vt:lpstr>
      <vt:lpstr>MergeSort (Example) Cont..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nsysu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 4 The Divide-and-Conquer Strategy</dc:title>
  <dc:creator>cby</dc:creator>
  <cp:lastModifiedBy>Shafiullah Shafin</cp:lastModifiedBy>
  <cp:revision>156</cp:revision>
  <dcterms:created xsi:type="dcterms:W3CDTF">2002-02-27T09:31:11Z</dcterms:created>
  <dcterms:modified xsi:type="dcterms:W3CDTF">2025-12-08T18:52:30Z</dcterms:modified>
</cp:coreProperties>
</file>