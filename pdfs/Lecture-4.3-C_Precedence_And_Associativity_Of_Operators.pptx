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16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827984" cy="1048684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Operators And Expression: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Precedence And Associativity Of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5457" y="5581291"/>
            <a:ext cx="56477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Abu Sayeed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Department of Computer Science &amp;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513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27235"/>
            <a:ext cx="6508377" cy="1143000"/>
          </a:xfrm>
        </p:spPr>
        <p:txBody>
          <a:bodyPr/>
          <a:lstStyle/>
          <a:p>
            <a:r>
              <a:rPr lang="en-US" sz="3200" b="1" dirty="0"/>
              <a:t>Precedence And Associativity Of Operators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713661"/>
            <a:ext cx="8391503" cy="251467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Precedence of operators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more than one operators are involved in an expression then, C </a:t>
            </a:r>
            <a:r>
              <a:rPr lang="en-US" dirty="0" smtClean="0"/>
              <a:t>has </a:t>
            </a:r>
            <a:r>
              <a:rPr lang="en-US" dirty="0"/>
              <a:t>predefined rule of priority of operators. This rule of priority of operators is called </a:t>
            </a:r>
            <a:r>
              <a:rPr lang="en-US" b="1" dirty="0"/>
              <a:t>operator precedence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In C, precedence of arithmetic operators(*,%,/,+,-) is higher than relational operators(==,!=,&gt;,&lt;,&gt;=,&lt;=) and precedence of relational operator is higher than logical operators(&amp;&amp;, || and !). Suppose an expression:</a:t>
            </a:r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6284" y="4318116"/>
            <a:ext cx="4729731" cy="21613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3654164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665113"/>
            <a:ext cx="6508377" cy="736448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Associativity of </a:t>
            </a:r>
            <a:r>
              <a:rPr lang="en-US" sz="2800" b="1" dirty="0" smtClean="0">
                <a:solidFill>
                  <a:schemeClr val="tx1"/>
                </a:solidFill>
              </a:rPr>
              <a:t>operators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1597" y="2463368"/>
            <a:ext cx="83297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Associativity indicates in which order two operators of same precedence(priority) executes. Let us suppose an expression: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267" y="3288126"/>
            <a:ext cx="1943579" cy="536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ctangle 7"/>
          <p:cNvSpPr/>
          <p:nvPr/>
        </p:nvSpPr>
        <p:spPr>
          <a:xfrm>
            <a:off x="457200" y="4035773"/>
            <a:ext cx="8364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Here, operators == and != have same precedence. The associativity of both == and != is left to right, </a:t>
            </a:r>
            <a:r>
              <a:rPr lang="en-US" dirty="0" smtClean="0"/>
              <a:t>i.e., </a:t>
            </a:r>
            <a:r>
              <a:rPr lang="en-US" dirty="0"/>
              <a:t>the expression in left is executed first and execution take pale towards right. Thus, a==b!=c equivalent to 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711" y="5084143"/>
            <a:ext cx="1943579" cy="5584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9"/>
          <p:cNvSpPr/>
          <p:nvPr/>
        </p:nvSpPr>
        <p:spPr>
          <a:xfrm>
            <a:off x="510800" y="5706916"/>
            <a:ext cx="80921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expression a=b=c is parsed as a=(b=c), and not as (a=b)=c because of right-to-left associativity. 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7199" y="327235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Precedence And Associativity Of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042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560" y="0"/>
            <a:ext cx="5435514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26865" y="2570671"/>
            <a:ext cx="27668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following table lists the precedence and associativity of C operators.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Operators </a:t>
            </a:r>
            <a:r>
              <a:rPr lang="en-US" dirty="0"/>
              <a:t>are listed top to bottom, in descending precedence.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23207" y="268580"/>
            <a:ext cx="11273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Left-to-Right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2918713827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</TotalTime>
  <Words>207</Words>
  <Application>Microsoft Office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Plaza</vt:lpstr>
      <vt:lpstr>Operators And Expression: Precedence And Associativity Of Operators</vt:lpstr>
      <vt:lpstr>Precedence And Associativity Of Operators</vt:lpstr>
      <vt:lpstr>Associativity of operators</vt:lpstr>
      <vt:lpstr>Slide 4</vt:lpstr>
    </vt:vector>
  </TitlesOfParts>
  <Company>University of Trento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Precedence And Associativity Of Operators</dc:title>
  <dc:creator>S. R. H. Noori</dc:creator>
  <cp:lastModifiedBy>Abu Sayeed</cp:lastModifiedBy>
  <cp:revision>99</cp:revision>
  <dcterms:created xsi:type="dcterms:W3CDTF">2014-02-07T18:06:32Z</dcterms:created>
  <dcterms:modified xsi:type="dcterms:W3CDTF">2019-02-25T02:53:48Z</dcterms:modified>
</cp:coreProperties>
</file>