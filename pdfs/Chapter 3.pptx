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Lst>
  <p:sldSz cy="6858000" cx="12192000"/>
  <p:notesSz cx="6858000" cy="9144000"/>
  <p:embeddedFontLst>
    <p:embeddedFont>
      <p:font typeface="Century Gothic"/>
      <p:regular r:id="rId14"/>
      <p:bold r:id="rId15"/>
      <p:italic r:id="rId16"/>
      <p:boldItalic r:id="rId1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8" roundtripDataSignature="AMtx7mgAdhLzWw/icQQYmO8VU+aX05+tx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font" Target="fonts/CenturyGothic-bold.fntdata"/><Relationship Id="rId14" Type="http://schemas.openxmlformats.org/officeDocument/2006/relationships/font" Target="fonts/CenturyGothic-regular.fntdata"/><Relationship Id="rId17" Type="http://schemas.openxmlformats.org/officeDocument/2006/relationships/font" Target="fonts/CenturyGothic-boldItalic.fntdata"/><Relationship Id="rId16" Type="http://schemas.openxmlformats.org/officeDocument/2006/relationships/font" Target="fonts/CenturyGothic-italic.fntdata"/><Relationship Id="rId5" Type="http://schemas.openxmlformats.org/officeDocument/2006/relationships/slide" Target="slides/slide1.xml"/><Relationship Id="rId6" Type="http://schemas.openxmlformats.org/officeDocument/2006/relationships/slide" Target="slides/slide2.xml"/><Relationship Id="rId18" Type="http://customschemas.google.com/relationships/presentationmetadata" Target="meta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8" name="Shape 38"/>
        <p:cNvGrpSpPr/>
        <p:nvPr/>
      </p:nvGrpSpPr>
      <p:grpSpPr>
        <a:xfrm>
          <a:off x="0" y="0"/>
          <a:ext cx="0" cy="0"/>
          <a:chOff x="0" y="0"/>
          <a:chExt cx="0" cy="0"/>
        </a:xfrm>
      </p:grpSpPr>
      <p:sp>
        <p:nvSpPr>
          <p:cNvPr id="39" name="Google Shape;39;p11"/>
          <p:cNvSpPr txBox="1"/>
          <p:nvPr>
            <p:ph type="ctrTitle"/>
          </p:nvPr>
        </p:nvSpPr>
        <p:spPr>
          <a:xfrm>
            <a:off x="2589213" y="2514600"/>
            <a:ext cx="8915399" cy="2262781"/>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262626"/>
              </a:buClr>
              <a:buSzPts val="5400"/>
              <a:buFont typeface="Century Gothic"/>
              <a:buNone/>
              <a:defRPr sz="5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11"/>
          <p:cNvSpPr txBox="1"/>
          <p:nvPr>
            <p:ph idx="1" type="subTitle"/>
          </p:nvPr>
        </p:nvSpPr>
        <p:spPr>
          <a:xfrm>
            <a:off x="2589213" y="4777379"/>
            <a:ext cx="8915399" cy="1126283"/>
          </a:xfrm>
          <a:prstGeom prst="rect">
            <a:avLst/>
          </a:prstGeom>
          <a:noFill/>
          <a:ln>
            <a:noFill/>
          </a:ln>
        </p:spPr>
        <p:txBody>
          <a:bodyPr anchorCtr="0" anchor="t" bIns="45700" lIns="91425" spcFirstLastPara="1" rIns="91425" wrap="square" tIns="45700">
            <a:normAutofit/>
          </a:bodyPr>
          <a:lstStyle>
            <a:lvl1pPr lvl="0" algn="l">
              <a:spcBef>
                <a:spcPts val="1000"/>
              </a:spcBef>
              <a:spcAft>
                <a:spcPts val="0"/>
              </a:spcAft>
              <a:buSzPts val="1800"/>
              <a:buNone/>
              <a:defRPr>
                <a:solidFill>
                  <a:srgbClr val="595959"/>
                </a:solidFill>
              </a:defRPr>
            </a:lvl1pPr>
            <a:lvl2pPr lvl="1" algn="ctr">
              <a:spcBef>
                <a:spcPts val="1000"/>
              </a:spcBef>
              <a:spcAft>
                <a:spcPts val="0"/>
              </a:spcAft>
              <a:buSzPts val="1600"/>
              <a:buNone/>
              <a:defRPr>
                <a:solidFill>
                  <a:srgbClr val="888888"/>
                </a:solidFill>
              </a:defRPr>
            </a:lvl2pPr>
            <a:lvl3pPr lvl="2" algn="ctr">
              <a:spcBef>
                <a:spcPts val="1000"/>
              </a:spcBef>
              <a:spcAft>
                <a:spcPts val="0"/>
              </a:spcAft>
              <a:buSzPts val="1400"/>
              <a:buNone/>
              <a:defRPr>
                <a:solidFill>
                  <a:srgbClr val="888888"/>
                </a:solidFill>
              </a:defRPr>
            </a:lvl3pPr>
            <a:lvl4pPr lvl="3" algn="ctr">
              <a:spcBef>
                <a:spcPts val="1000"/>
              </a:spcBef>
              <a:spcAft>
                <a:spcPts val="0"/>
              </a:spcAft>
              <a:buSzPts val="1200"/>
              <a:buNone/>
              <a:defRPr>
                <a:solidFill>
                  <a:srgbClr val="888888"/>
                </a:solidFill>
              </a:defRPr>
            </a:lvl4pPr>
            <a:lvl5pPr lvl="4" algn="ctr">
              <a:spcBef>
                <a:spcPts val="1000"/>
              </a:spcBef>
              <a:spcAft>
                <a:spcPts val="0"/>
              </a:spcAft>
              <a:buSzPts val="1200"/>
              <a:buNone/>
              <a:defRPr>
                <a:solidFill>
                  <a:srgbClr val="888888"/>
                </a:solidFill>
              </a:defRPr>
            </a:lvl5pPr>
            <a:lvl6pPr lvl="5" algn="ctr">
              <a:spcBef>
                <a:spcPts val="1000"/>
              </a:spcBef>
              <a:spcAft>
                <a:spcPts val="0"/>
              </a:spcAft>
              <a:buSzPts val="1200"/>
              <a:buNone/>
              <a:defRPr>
                <a:solidFill>
                  <a:srgbClr val="888888"/>
                </a:solidFill>
              </a:defRPr>
            </a:lvl6pPr>
            <a:lvl7pPr lvl="6" algn="ctr">
              <a:spcBef>
                <a:spcPts val="1000"/>
              </a:spcBef>
              <a:spcAft>
                <a:spcPts val="0"/>
              </a:spcAft>
              <a:buSzPts val="1200"/>
              <a:buNone/>
              <a:defRPr>
                <a:solidFill>
                  <a:srgbClr val="888888"/>
                </a:solidFill>
              </a:defRPr>
            </a:lvl7pPr>
            <a:lvl8pPr lvl="7" algn="ctr">
              <a:spcBef>
                <a:spcPts val="1000"/>
              </a:spcBef>
              <a:spcAft>
                <a:spcPts val="0"/>
              </a:spcAft>
              <a:buSzPts val="1200"/>
              <a:buNone/>
              <a:defRPr>
                <a:solidFill>
                  <a:srgbClr val="888888"/>
                </a:solidFill>
              </a:defRPr>
            </a:lvl8pPr>
            <a:lvl9pPr lvl="8" algn="ctr">
              <a:spcBef>
                <a:spcPts val="1000"/>
              </a:spcBef>
              <a:spcAft>
                <a:spcPts val="0"/>
              </a:spcAft>
              <a:buSzPts val="1200"/>
              <a:buNone/>
              <a:defRPr>
                <a:solidFill>
                  <a:srgbClr val="888888"/>
                </a:solidFill>
              </a:defRPr>
            </a:lvl9pPr>
          </a:lstStyle>
          <a:p/>
        </p:txBody>
      </p:sp>
      <p:sp>
        <p:nvSpPr>
          <p:cNvPr id="41" name="Google Shape;41;p11"/>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11"/>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11"/>
          <p:cNvSpPr/>
          <p:nvPr/>
        </p:nvSpPr>
        <p:spPr>
          <a:xfrm>
            <a:off x="0" y="4323810"/>
            <a:ext cx="1744652" cy="778589"/>
          </a:xfrm>
          <a:custGeom>
            <a:rect b="b" l="l" r="r" t="t"/>
            <a:pathLst>
              <a:path extrusionOk="0" h="166" w="372">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11"/>
          <p:cNvSpPr txBox="1"/>
          <p:nvPr>
            <p:ph idx="12" type="sldNum"/>
          </p:nvPr>
        </p:nvSpPr>
        <p:spPr>
          <a:xfrm>
            <a:off x="531812" y="4529540"/>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5" name="Shape 45"/>
        <p:cNvGrpSpPr/>
        <p:nvPr/>
      </p:nvGrpSpPr>
      <p:grpSpPr>
        <a:xfrm>
          <a:off x="0" y="0"/>
          <a:ext cx="0" cy="0"/>
          <a:chOff x="0" y="0"/>
          <a:chExt cx="0" cy="0"/>
        </a:xfrm>
      </p:grpSpPr>
      <p:sp>
        <p:nvSpPr>
          <p:cNvPr id="46" name="Google Shape;46;p12"/>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2"/>
          <p:cNvSpPr txBox="1"/>
          <p:nvPr>
            <p:ph idx="1" type="body"/>
          </p:nvPr>
        </p:nvSpPr>
        <p:spPr>
          <a:xfrm>
            <a:off x="2589212" y="2133600"/>
            <a:ext cx="8915400" cy="3777622"/>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48" name="Google Shape;48;p12"/>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12"/>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12"/>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12"/>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2" name="Shape 52"/>
        <p:cNvGrpSpPr/>
        <p:nvPr/>
      </p:nvGrpSpPr>
      <p:grpSpPr>
        <a:xfrm>
          <a:off x="0" y="0"/>
          <a:ext cx="0" cy="0"/>
          <a:chOff x="0" y="0"/>
          <a:chExt cx="0" cy="0"/>
        </a:xfrm>
      </p:grpSpPr>
      <p:sp>
        <p:nvSpPr>
          <p:cNvPr id="53" name="Google Shape;53;p13"/>
          <p:cNvSpPr txBox="1"/>
          <p:nvPr>
            <p:ph type="title"/>
          </p:nvPr>
        </p:nvSpPr>
        <p:spPr>
          <a:xfrm>
            <a:off x="2589212" y="2058750"/>
            <a:ext cx="8915399" cy="14688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262626"/>
              </a:buClr>
              <a:buSzPts val="4000"/>
              <a:buFont typeface="Century Gothic"/>
              <a:buNone/>
              <a:defRPr b="0"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13"/>
          <p:cNvSpPr txBox="1"/>
          <p:nvPr>
            <p:ph idx="1" type="body"/>
          </p:nvPr>
        </p:nvSpPr>
        <p:spPr>
          <a:xfrm>
            <a:off x="2589212" y="3530129"/>
            <a:ext cx="8915399" cy="860400"/>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2000"/>
              <a:buNone/>
              <a:defRPr sz="2000">
                <a:solidFill>
                  <a:srgbClr val="595959"/>
                </a:solidFill>
              </a:defRPr>
            </a:lvl1pPr>
            <a:lvl2pPr indent="-228600" lvl="1" marL="914400" algn="l">
              <a:spcBef>
                <a:spcPts val="1000"/>
              </a:spcBef>
              <a:spcAft>
                <a:spcPts val="0"/>
              </a:spcAft>
              <a:buSzPts val="1800"/>
              <a:buNone/>
              <a:defRPr sz="1800">
                <a:solidFill>
                  <a:srgbClr val="888888"/>
                </a:solidFill>
              </a:defRPr>
            </a:lvl2pPr>
            <a:lvl3pPr indent="-228600" lvl="2" marL="1371600" algn="l">
              <a:spcBef>
                <a:spcPts val="1000"/>
              </a:spcBef>
              <a:spcAft>
                <a:spcPts val="0"/>
              </a:spcAft>
              <a:buSzPts val="1600"/>
              <a:buNone/>
              <a:defRPr sz="1600">
                <a:solidFill>
                  <a:srgbClr val="888888"/>
                </a:solidFill>
              </a:defRPr>
            </a:lvl3pPr>
            <a:lvl4pPr indent="-228600" lvl="3" marL="1828800" algn="l">
              <a:spcBef>
                <a:spcPts val="1000"/>
              </a:spcBef>
              <a:spcAft>
                <a:spcPts val="0"/>
              </a:spcAft>
              <a:buSzPts val="1400"/>
              <a:buNone/>
              <a:defRPr sz="1400">
                <a:solidFill>
                  <a:srgbClr val="888888"/>
                </a:solidFill>
              </a:defRPr>
            </a:lvl4pPr>
            <a:lvl5pPr indent="-228600" lvl="4" marL="2286000" algn="l">
              <a:spcBef>
                <a:spcPts val="1000"/>
              </a:spcBef>
              <a:spcAft>
                <a:spcPts val="0"/>
              </a:spcAft>
              <a:buSzPts val="1400"/>
              <a:buNone/>
              <a:defRPr sz="1400">
                <a:solidFill>
                  <a:srgbClr val="888888"/>
                </a:solidFill>
              </a:defRPr>
            </a:lvl5pPr>
            <a:lvl6pPr indent="-228600" lvl="5" marL="2743200" algn="l">
              <a:spcBef>
                <a:spcPts val="1000"/>
              </a:spcBef>
              <a:spcAft>
                <a:spcPts val="0"/>
              </a:spcAft>
              <a:buSzPts val="1400"/>
              <a:buNone/>
              <a:defRPr sz="1400">
                <a:solidFill>
                  <a:srgbClr val="888888"/>
                </a:solidFill>
              </a:defRPr>
            </a:lvl6pPr>
            <a:lvl7pPr indent="-228600" lvl="6" marL="3200400" algn="l">
              <a:spcBef>
                <a:spcPts val="1000"/>
              </a:spcBef>
              <a:spcAft>
                <a:spcPts val="0"/>
              </a:spcAft>
              <a:buSzPts val="1400"/>
              <a:buNone/>
              <a:defRPr sz="1400">
                <a:solidFill>
                  <a:srgbClr val="888888"/>
                </a:solidFill>
              </a:defRPr>
            </a:lvl7pPr>
            <a:lvl8pPr indent="-228600" lvl="7" marL="3657600" algn="l">
              <a:spcBef>
                <a:spcPts val="1000"/>
              </a:spcBef>
              <a:spcAft>
                <a:spcPts val="0"/>
              </a:spcAft>
              <a:buSzPts val="1400"/>
              <a:buNone/>
              <a:defRPr sz="1400">
                <a:solidFill>
                  <a:srgbClr val="888888"/>
                </a:solidFill>
              </a:defRPr>
            </a:lvl8pPr>
            <a:lvl9pPr indent="-228600" lvl="8" marL="4114800" algn="l">
              <a:spcBef>
                <a:spcPts val="1000"/>
              </a:spcBef>
              <a:spcAft>
                <a:spcPts val="0"/>
              </a:spcAft>
              <a:buSzPts val="1400"/>
              <a:buNone/>
              <a:defRPr sz="1400">
                <a:solidFill>
                  <a:srgbClr val="888888"/>
                </a:solidFill>
              </a:defRPr>
            </a:lvl9pPr>
          </a:lstStyle>
          <a:p/>
        </p:txBody>
      </p:sp>
      <p:sp>
        <p:nvSpPr>
          <p:cNvPr id="55" name="Google Shape;55;p13"/>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13"/>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13"/>
          <p:cNvSpPr/>
          <p:nvPr/>
        </p:nvSpPr>
        <p:spPr>
          <a:xfrm flipH="1" rot="10800000">
            <a:off x="-4189" y="31781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13"/>
          <p:cNvSpPr txBox="1"/>
          <p:nvPr>
            <p:ph idx="12" type="sldNum"/>
          </p:nvPr>
        </p:nvSpPr>
        <p:spPr>
          <a:xfrm>
            <a:off x="531812" y="3244139"/>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9" name="Shape 59"/>
        <p:cNvGrpSpPr/>
        <p:nvPr/>
      </p:nvGrpSpPr>
      <p:grpSpPr>
        <a:xfrm>
          <a:off x="0" y="0"/>
          <a:ext cx="0" cy="0"/>
          <a:chOff x="0" y="0"/>
          <a:chExt cx="0" cy="0"/>
        </a:xfrm>
      </p:grpSpPr>
      <p:sp>
        <p:nvSpPr>
          <p:cNvPr id="60" name="Google Shape;60;p14"/>
          <p:cNvSpPr txBox="1"/>
          <p:nvPr>
            <p:ph type="title"/>
          </p:nvPr>
        </p:nvSpPr>
        <p:spPr>
          <a:xfrm>
            <a:off x="2592924" y="624110"/>
            <a:ext cx="8911687" cy="128089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14"/>
          <p:cNvSpPr txBox="1"/>
          <p:nvPr>
            <p:ph idx="1" type="body"/>
          </p:nvPr>
        </p:nvSpPr>
        <p:spPr>
          <a:xfrm>
            <a:off x="2589212" y="2133600"/>
            <a:ext cx="4313864" cy="3777622"/>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62" name="Google Shape;62;p14"/>
          <p:cNvSpPr txBox="1"/>
          <p:nvPr>
            <p:ph idx="2" type="body"/>
          </p:nvPr>
        </p:nvSpPr>
        <p:spPr>
          <a:xfrm>
            <a:off x="7190747" y="2126222"/>
            <a:ext cx="4313864" cy="3777622"/>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63" name="Google Shape;63;p14"/>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14"/>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14"/>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14"/>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7" name="Shape 67"/>
        <p:cNvGrpSpPr/>
        <p:nvPr/>
      </p:nvGrpSpPr>
      <p:grpSpPr>
        <a:xfrm>
          <a:off x="0" y="0"/>
          <a:ext cx="0" cy="0"/>
          <a:chOff x="0" y="0"/>
          <a:chExt cx="0" cy="0"/>
        </a:xfrm>
      </p:grpSpPr>
      <p:sp>
        <p:nvSpPr>
          <p:cNvPr id="68" name="Google Shape;68;p15"/>
          <p:cNvSpPr txBox="1"/>
          <p:nvPr>
            <p:ph type="title"/>
          </p:nvPr>
        </p:nvSpPr>
        <p:spPr>
          <a:xfrm>
            <a:off x="2592924" y="624110"/>
            <a:ext cx="8911687" cy="128089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15"/>
          <p:cNvSpPr txBox="1"/>
          <p:nvPr>
            <p:ph idx="1" type="body"/>
          </p:nvPr>
        </p:nvSpPr>
        <p:spPr>
          <a:xfrm>
            <a:off x="2939373" y="1972703"/>
            <a:ext cx="3992732"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2400"/>
              <a:buNone/>
              <a:defRPr b="0" sz="2400"/>
            </a:lvl1pPr>
            <a:lvl2pPr indent="-228600" lvl="1" marL="914400" algn="l">
              <a:spcBef>
                <a:spcPts val="1000"/>
              </a:spcBef>
              <a:spcAft>
                <a:spcPts val="0"/>
              </a:spcAft>
              <a:buSzPts val="2000"/>
              <a:buNone/>
              <a:defRPr b="1" sz="2000"/>
            </a:lvl2pPr>
            <a:lvl3pPr indent="-228600" lvl="2" marL="1371600" algn="l">
              <a:spcBef>
                <a:spcPts val="1000"/>
              </a:spcBef>
              <a:spcAft>
                <a:spcPts val="0"/>
              </a:spcAft>
              <a:buSzPts val="1800"/>
              <a:buNone/>
              <a:defRPr b="1" sz="1800"/>
            </a:lvl3pPr>
            <a:lvl4pPr indent="-228600" lvl="3" marL="1828800" algn="l">
              <a:spcBef>
                <a:spcPts val="1000"/>
              </a:spcBef>
              <a:spcAft>
                <a:spcPts val="0"/>
              </a:spcAft>
              <a:buSzPts val="1600"/>
              <a:buNone/>
              <a:defRPr b="1" sz="1600"/>
            </a:lvl4pPr>
            <a:lvl5pPr indent="-228600" lvl="4" marL="2286000" algn="l">
              <a:spcBef>
                <a:spcPts val="1000"/>
              </a:spcBef>
              <a:spcAft>
                <a:spcPts val="0"/>
              </a:spcAft>
              <a:buSzPts val="1600"/>
              <a:buNone/>
              <a:defRPr b="1" sz="1600"/>
            </a:lvl5pPr>
            <a:lvl6pPr indent="-228600" lvl="5" marL="2743200" algn="l">
              <a:spcBef>
                <a:spcPts val="1000"/>
              </a:spcBef>
              <a:spcAft>
                <a:spcPts val="0"/>
              </a:spcAft>
              <a:buSzPts val="1600"/>
              <a:buNone/>
              <a:defRPr b="1" sz="1600"/>
            </a:lvl6pPr>
            <a:lvl7pPr indent="-228600" lvl="6" marL="3200400" algn="l">
              <a:spcBef>
                <a:spcPts val="1000"/>
              </a:spcBef>
              <a:spcAft>
                <a:spcPts val="0"/>
              </a:spcAft>
              <a:buSzPts val="1600"/>
              <a:buNone/>
              <a:defRPr b="1" sz="1600"/>
            </a:lvl7pPr>
            <a:lvl8pPr indent="-228600" lvl="7" marL="3657600" algn="l">
              <a:spcBef>
                <a:spcPts val="1000"/>
              </a:spcBef>
              <a:spcAft>
                <a:spcPts val="0"/>
              </a:spcAft>
              <a:buSzPts val="1600"/>
              <a:buNone/>
              <a:defRPr b="1" sz="1600"/>
            </a:lvl8pPr>
            <a:lvl9pPr indent="-228600" lvl="8" marL="4114800" algn="l">
              <a:spcBef>
                <a:spcPts val="1000"/>
              </a:spcBef>
              <a:spcAft>
                <a:spcPts val="0"/>
              </a:spcAft>
              <a:buSzPts val="1600"/>
              <a:buNone/>
              <a:defRPr b="1" sz="1600"/>
            </a:lvl9pPr>
          </a:lstStyle>
          <a:p/>
        </p:txBody>
      </p:sp>
      <p:sp>
        <p:nvSpPr>
          <p:cNvPr id="70" name="Google Shape;70;p15"/>
          <p:cNvSpPr txBox="1"/>
          <p:nvPr>
            <p:ph idx="2" type="body"/>
          </p:nvPr>
        </p:nvSpPr>
        <p:spPr>
          <a:xfrm>
            <a:off x="2589212" y="2548966"/>
            <a:ext cx="4342893" cy="3354060"/>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71" name="Google Shape;71;p15"/>
          <p:cNvSpPr txBox="1"/>
          <p:nvPr>
            <p:ph idx="3" type="body"/>
          </p:nvPr>
        </p:nvSpPr>
        <p:spPr>
          <a:xfrm>
            <a:off x="7506629" y="1969475"/>
            <a:ext cx="3999001"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2400"/>
              <a:buNone/>
              <a:defRPr b="0" sz="2400"/>
            </a:lvl1pPr>
            <a:lvl2pPr indent="-228600" lvl="1" marL="914400" algn="l">
              <a:spcBef>
                <a:spcPts val="1000"/>
              </a:spcBef>
              <a:spcAft>
                <a:spcPts val="0"/>
              </a:spcAft>
              <a:buSzPts val="2000"/>
              <a:buNone/>
              <a:defRPr b="1" sz="2000"/>
            </a:lvl2pPr>
            <a:lvl3pPr indent="-228600" lvl="2" marL="1371600" algn="l">
              <a:spcBef>
                <a:spcPts val="1000"/>
              </a:spcBef>
              <a:spcAft>
                <a:spcPts val="0"/>
              </a:spcAft>
              <a:buSzPts val="1800"/>
              <a:buNone/>
              <a:defRPr b="1" sz="1800"/>
            </a:lvl3pPr>
            <a:lvl4pPr indent="-228600" lvl="3" marL="1828800" algn="l">
              <a:spcBef>
                <a:spcPts val="1000"/>
              </a:spcBef>
              <a:spcAft>
                <a:spcPts val="0"/>
              </a:spcAft>
              <a:buSzPts val="1600"/>
              <a:buNone/>
              <a:defRPr b="1" sz="1600"/>
            </a:lvl4pPr>
            <a:lvl5pPr indent="-228600" lvl="4" marL="2286000" algn="l">
              <a:spcBef>
                <a:spcPts val="1000"/>
              </a:spcBef>
              <a:spcAft>
                <a:spcPts val="0"/>
              </a:spcAft>
              <a:buSzPts val="1600"/>
              <a:buNone/>
              <a:defRPr b="1" sz="1600"/>
            </a:lvl5pPr>
            <a:lvl6pPr indent="-228600" lvl="5" marL="2743200" algn="l">
              <a:spcBef>
                <a:spcPts val="1000"/>
              </a:spcBef>
              <a:spcAft>
                <a:spcPts val="0"/>
              </a:spcAft>
              <a:buSzPts val="1600"/>
              <a:buNone/>
              <a:defRPr b="1" sz="1600"/>
            </a:lvl6pPr>
            <a:lvl7pPr indent="-228600" lvl="6" marL="3200400" algn="l">
              <a:spcBef>
                <a:spcPts val="1000"/>
              </a:spcBef>
              <a:spcAft>
                <a:spcPts val="0"/>
              </a:spcAft>
              <a:buSzPts val="1600"/>
              <a:buNone/>
              <a:defRPr b="1" sz="1600"/>
            </a:lvl7pPr>
            <a:lvl8pPr indent="-228600" lvl="7" marL="3657600" algn="l">
              <a:spcBef>
                <a:spcPts val="1000"/>
              </a:spcBef>
              <a:spcAft>
                <a:spcPts val="0"/>
              </a:spcAft>
              <a:buSzPts val="1600"/>
              <a:buNone/>
              <a:defRPr b="1" sz="1600"/>
            </a:lvl8pPr>
            <a:lvl9pPr indent="-228600" lvl="8" marL="4114800" algn="l">
              <a:spcBef>
                <a:spcPts val="1000"/>
              </a:spcBef>
              <a:spcAft>
                <a:spcPts val="0"/>
              </a:spcAft>
              <a:buSzPts val="1600"/>
              <a:buNone/>
              <a:defRPr b="1" sz="1600"/>
            </a:lvl9pPr>
          </a:lstStyle>
          <a:p/>
        </p:txBody>
      </p:sp>
      <p:sp>
        <p:nvSpPr>
          <p:cNvPr id="72" name="Google Shape;72;p15"/>
          <p:cNvSpPr txBox="1"/>
          <p:nvPr>
            <p:ph idx="4" type="body"/>
          </p:nvPr>
        </p:nvSpPr>
        <p:spPr>
          <a:xfrm>
            <a:off x="7166957" y="2545738"/>
            <a:ext cx="4338674" cy="3354060"/>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73" name="Google Shape;73;p15"/>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15"/>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15"/>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5"/>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7" name="Shape 77"/>
        <p:cNvGrpSpPr/>
        <p:nvPr/>
      </p:nvGrpSpPr>
      <p:grpSpPr>
        <a:xfrm>
          <a:off x="0" y="0"/>
          <a:ext cx="0" cy="0"/>
          <a:chOff x="0" y="0"/>
          <a:chExt cx="0" cy="0"/>
        </a:xfrm>
      </p:grpSpPr>
      <p:sp>
        <p:nvSpPr>
          <p:cNvPr id="78" name="Google Shape;78;p16"/>
          <p:cNvSpPr txBox="1"/>
          <p:nvPr>
            <p:ph type="title"/>
          </p:nvPr>
        </p:nvSpPr>
        <p:spPr>
          <a:xfrm>
            <a:off x="2592924" y="624110"/>
            <a:ext cx="8911687" cy="128089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6"/>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16"/>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16"/>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6"/>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3" name="Shape 83"/>
        <p:cNvGrpSpPr/>
        <p:nvPr/>
      </p:nvGrpSpPr>
      <p:grpSpPr>
        <a:xfrm>
          <a:off x="0" y="0"/>
          <a:ext cx="0" cy="0"/>
          <a:chOff x="0" y="0"/>
          <a:chExt cx="0" cy="0"/>
        </a:xfrm>
      </p:grpSpPr>
      <p:sp>
        <p:nvSpPr>
          <p:cNvPr id="84" name="Google Shape;84;p17"/>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17"/>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17"/>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7"/>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88" name="Shape 88"/>
        <p:cNvGrpSpPr/>
        <p:nvPr/>
      </p:nvGrpSpPr>
      <p:grpSpPr>
        <a:xfrm>
          <a:off x="0" y="0"/>
          <a:ext cx="0" cy="0"/>
          <a:chOff x="0" y="0"/>
          <a:chExt cx="0" cy="0"/>
        </a:xfrm>
      </p:grpSpPr>
      <p:sp>
        <p:nvSpPr>
          <p:cNvPr id="89" name="Google Shape;89;p18"/>
          <p:cNvSpPr txBox="1"/>
          <p:nvPr>
            <p:ph type="title"/>
          </p:nvPr>
        </p:nvSpPr>
        <p:spPr>
          <a:xfrm>
            <a:off x="2589212" y="446088"/>
            <a:ext cx="3505199" cy="976312"/>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262626"/>
              </a:buClr>
              <a:buSzPts val="2000"/>
              <a:buFont typeface="Century Gothic"/>
              <a:buNone/>
              <a:defRPr b="0"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18"/>
          <p:cNvSpPr txBox="1"/>
          <p:nvPr>
            <p:ph idx="1" type="body"/>
          </p:nvPr>
        </p:nvSpPr>
        <p:spPr>
          <a:xfrm>
            <a:off x="6323012" y="446088"/>
            <a:ext cx="5181600" cy="5414963"/>
          </a:xfrm>
          <a:prstGeom prst="rect">
            <a:avLst/>
          </a:prstGeom>
          <a:noFill/>
          <a:ln>
            <a:noFill/>
          </a:ln>
        </p:spPr>
        <p:txBody>
          <a:bodyPr anchorCtr="0" anchor="ctr"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91" name="Google Shape;91;p18"/>
          <p:cNvSpPr txBox="1"/>
          <p:nvPr>
            <p:ph idx="2" type="body"/>
          </p:nvPr>
        </p:nvSpPr>
        <p:spPr>
          <a:xfrm>
            <a:off x="2589212" y="1598613"/>
            <a:ext cx="3505199" cy="4262436"/>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400"/>
              <a:buNone/>
              <a:defRPr sz="1400"/>
            </a:lvl1pPr>
            <a:lvl2pPr indent="-228600" lvl="1" marL="914400" algn="l">
              <a:spcBef>
                <a:spcPts val="1000"/>
              </a:spcBef>
              <a:spcAft>
                <a:spcPts val="0"/>
              </a:spcAft>
              <a:buSzPts val="1200"/>
              <a:buNone/>
              <a:defRPr sz="1200"/>
            </a:lvl2pPr>
            <a:lvl3pPr indent="-228600" lvl="2" marL="1371600" algn="l">
              <a:spcBef>
                <a:spcPts val="1000"/>
              </a:spcBef>
              <a:spcAft>
                <a:spcPts val="0"/>
              </a:spcAft>
              <a:buSzPts val="1000"/>
              <a:buNone/>
              <a:defRPr sz="1000"/>
            </a:lvl3pPr>
            <a:lvl4pPr indent="-228600" lvl="3" marL="1828800" algn="l">
              <a:spcBef>
                <a:spcPts val="1000"/>
              </a:spcBef>
              <a:spcAft>
                <a:spcPts val="0"/>
              </a:spcAft>
              <a:buSzPts val="900"/>
              <a:buNone/>
              <a:defRPr sz="900"/>
            </a:lvl4pPr>
            <a:lvl5pPr indent="-228600" lvl="4" marL="2286000" algn="l">
              <a:spcBef>
                <a:spcPts val="1000"/>
              </a:spcBef>
              <a:spcAft>
                <a:spcPts val="0"/>
              </a:spcAft>
              <a:buSzPts val="900"/>
              <a:buNone/>
              <a:defRPr sz="900"/>
            </a:lvl5pPr>
            <a:lvl6pPr indent="-228600" lvl="5" marL="2743200" algn="l">
              <a:spcBef>
                <a:spcPts val="1000"/>
              </a:spcBef>
              <a:spcAft>
                <a:spcPts val="0"/>
              </a:spcAft>
              <a:buSzPts val="900"/>
              <a:buNone/>
              <a:defRPr sz="900"/>
            </a:lvl6pPr>
            <a:lvl7pPr indent="-228600" lvl="6" marL="3200400" algn="l">
              <a:spcBef>
                <a:spcPts val="1000"/>
              </a:spcBef>
              <a:spcAft>
                <a:spcPts val="0"/>
              </a:spcAft>
              <a:buSzPts val="900"/>
              <a:buNone/>
              <a:defRPr sz="900"/>
            </a:lvl7pPr>
            <a:lvl8pPr indent="-228600" lvl="7" marL="3657600" algn="l">
              <a:spcBef>
                <a:spcPts val="1000"/>
              </a:spcBef>
              <a:spcAft>
                <a:spcPts val="0"/>
              </a:spcAft>
              <a:buSzPts val="900"/>
              <a:buNone/>
              <a:defRPr sz="900"/>
            </a:lvl8pPr>
            <a:lvl9pPr indent="-228600" lvl="8" marL="4114800" algn="l">
              <a:spcBef>
                <a:spcPts val="1000"/>
              </a:spcBef>
              <a:spcAft>
                <a:spcPts val="0"/>
              </a:spcAft>
              <a:buSzPts val="900"/>
              <a:buNone/>
              <a:defRPr sz="900"/>
            </a:lvl9pPr>
          </a:lstStyle>
          <a:p/>
        </p:txBody>
      </p:sp>
      <p:sp>
        <p:nvSpPr>
          <p:cNvPr id="92" name="Google Shape;92;p18"/>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18"/>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18"/>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18"/>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96" name="Shape 96"/>
        <p:cNvGrpSpPr/>
        <p:nvPr/>
      </p:nvGrpSpPr>
      <p:grpSpPr>
        <a:xfrm>
          <a:off x="0" y="0"/>
          <a:ext cx="0" cy="0"/>
          <a:chOff x="0" y="0"/>
          <a:chExt cx="0" cy="0"/>
        </a:xfrm>
      </p:grpSpPr>
      <p:sp>
        <p:nvSpPr>
          <p:cNvPr id="97" name="Google Shape;97;p19"/>
          <p:cNvSpPr txBox="1"/>
          <p:nvPr>
            <p:ph type="title"/>
          </p:nvPr>
        </p:nvSpPr>
        <p:spPr>
          <a:xfrm>
            <a:off x="2589213" y="4800600"/>
            <a:ext cx="8915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262626"/>
              </a:buClr>
              <a:buSzPts val="2400"/>
              <a:buFont typeface="Century Gothic"/>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19"/>
          <p:cNvSpPr/>
          <p:nvPr>
            <p:ph idx="2" type="pic"/>
          </p:nvPr>
        </p:nvSpPr>
        <p:spPr>
          <a:xfrm>
            <a:off x="2589212" y="634965"/>
            <a:ext cx="8915400" cy="3854970"/>
          </a:xfrm>
          <a:prstGeom prst="rect">
            <a:avLst/>
          </a:prstGeom>
          <a:noFill/>
          <a:ln>
            <a:noFill/>
          </a:ln>
        </p:spPr>
      </p:sp>
      <p:sp>
        <p:nvSpPr>
          <p:cNvPr id="99" name="Google Shape;99;p19"/>
          <p:cNvSpPr txBox="1"/>
          <p:nvPr>
            <p:ph idx="1" type="body"/>
          </p:nvPr>
        </p:nvSpPr>
        <p:spPr>
          <a:xfrm>
            <a:off x="2589213" y="5367338"/>
            <a:ext cx="8915400" cy="493712"/>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200"/>
              <a:buNone/>
              <a:defRPr sz="1200"/>
            </a:lvl1pPr>
            <a:lvl2pPr indent="-228600" lvl="1" marL="914400" algn="l">
              <a:spcBef>
                <a:spcPts val="1000"/>
              </a:spcBef>
              <a:spcAft>
                <a:spcPts val="0"/>
              </a:spcAft>
              <a:buSzPts val="1200"/>
              <a:buNone/>
              <a:defRPr sz="1200"/>
            </a:lvl2pPr>
            <a:lvl3pPr indent="-228600" lvl="2" marL="1371600" algn="l">
              <a:spcBef>
                <a:spcPts val="1000"/>
              </a:spcBef>
              <a:spcAft>
                <a:spcPts val="0"/>
              </a:spcAft>
              <a:buSzPts val="1000"/>
              <a:buNone/>
              <a:defRPr sz="1000"/>
            </a:lvl3pPr>
            <a:lvl4pPr indent="-228600" lvl="3" marL="1828800" algn="l">
              <a:spcBef>
                <a:spcPts val="1000"/>
              </a:spcBef>
              <a:spcAft>
                <a:spcPts val="0"/>
              </a:spcAft>
              <a:buSzPts val="900"/>
              <a:buNone/>
              <a:defRPr sz="900"/>
            </a:lvl4pPr>
            <a:lvl5pPr indent="-228600" lvl="4" marL="2286000" algn="l">
              <a:spcBef>
                <a:spcPts val="1000"/>
              </a:spcBef>
              <a:spcAft>
                <a:spcPts val="0"/>
              </a:spcAft>
              <a:buSzPts val="900"/>
              <a:buNone/>
              <a:defRPr sz="900"/>
            </a:lvl5pPr>
            <a:lvl6pPr indent="-228600" lvl="5" marL="2743200" algn="l">
              <a:spcBef>
                <a:spcPts val="1000"/>
              </a:spcBef>
              <a:spcAft>
                <a:spcPts val="0"/>
              </a:spcAft>
              <a:buSzPts val="900"/>
              <a:buNone/>
              <a:defRPr sz="900"/>
            </a:lvl6pPr>
            <a:lvl7pPr indent="-228600" lvl="6" marL="3200400" algn="l">
              <a:spcBef>
                <a:spcPts val="1000"/>
              </a:spcBef>
              <a:spcAft>
                <a:spcPts val="0"/>
              </a:spcAft>
              <a:buSzPts val="900"/>
              <a:buNone/>
              <a:defRPr sz="900"/>
            </a:lvl7pPr>
            <a:lvl8pPr indent="-228600" lvl="7" marL="3657600" algn="l">
              <a:spcBef>
                <a:spcPts val="1000"/>
              </a:spcBef>
              <a:spcAft>
                <a:spcPts val="0"/>
              </a:spcAft>
              <a:buSzPts val="900"/>
              <a:buNone/>
              <a:defRPr sz="900"/>
            </a:lvl8pPr>
            <a:lvl9pPr indent="-228600" lvl="8" marL="4114800" algn="l">
              <a:spcBef>
                <a:spcPts val="1000"/>
              </a:spcBef>
              <a:spcAft>
                <a:spcPts val="0"/>
              </a:spcAft>
              <a:buSzPts val="900"/>
              <a:buNone/>
              <a:defRPr sz="900"/>
            </a:lvl9pPr>
          </a:lstStyle>
          <a:p/>
        </p:txBody>
      </p:sp>
      <p:sp>
        <p:nvSpPr>
          <p:cNvPr id="100" name="Google Shape;100;p19"/>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p19"/>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19"/>
          <p:cNvSpPr/>
          <p:nvPr/>
        </p:nvSpPr>
        <p:spPr>
          <a:xfrm flipH="1" rot="10800000">
            <a:off x="-4189" y="491172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9"/>
          <p:cNvSpPr txBox="1"/>
          <p:nvPr>
            <p:ph idx="12" type="sldNum"/>
          </p:nvPr>
        </p:nvSpPr>
        <p:spPr>
          <a:xfrm>
            <a:off x="531812" y="4983087"/>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104" name="Shape 104"/>
        <p:cNvGrpSpPr/>
        <p:nvPr/>
      </p:nvGrpSpPr>
      <p:grpSpPr>
        <a:xfrm>
          <a:off x="0" y="0"/>
          <a:ext cx="0" cy="0"/>
          <a:chOff x="0" y="0"/>
          <a:chExt cx="0" cy="0"/>
        </a:xfrm>
      </p:grpSpPr>
      <p:sp>
        <p:nvSpPr>
          <p:cNvPr id="105" name="Google Shape;105;p20"/>
          <p:cNvSpPr txBox="1"/>
          <p:nvPr>
            <p:ph type="title"/>
          </p:nvPr>
        </p:nvSpPr>
        <p:spPr>
          <a:xfrm>
            <a:off x="2589212" y="609600"/>
            <a:ext cx="8915399" cy="311704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262626"/>
              </a:buClr>
              <a:buSzPts val="4800"/>
              <a:buFont typeface="Century Gothic"/>
              <a:buNone/>
              <a:defRPr b="0" sz="48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20"/>
          <p:cNvSpPr txBox="1"/>
          <p:nvPr>
            <p:ph idx="1" type="body"/>
          </p:nvPr>
        </p:nvSpPr>
        <p:spPr>
          <a:xfrm>
            <a:off x="2589212" y="4354046"/>
            <a:ext cx="8915399" cy="1555864"/>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800"/>
              <a:buNone/>
              <a:defRPr sz="1800">
                <a:solidFill>
                  <a:srgbClr val="595959"/>
                </a:solidFill>
              </a:defRPr>
            </a:lvl1pPr>
            <a:lvl2pPr indent="-228600" lvl="1" marL="914400" algn="l">
              <a:spcBef>
                <a:spcPts val="1000"/>
              </a:spcBef>
              <a:spcAft>
                <a:spcPts val="0"/>
              </a:spcAft>
              <a:buSzPts val="1800"/>
              <a:buNone/>
              <a:defRPr sz="1800">
                <a:solidFill>
                  <a:srgbClr val="888888"/>
                </a:solidFill>
              </a:defRPr>
            </a:lvl2pPr>
            <a:lvl3pPr indent="-228600" lvl="2" marL="1371600" algn="l">
              <a:spcBef>
                <a:spcPts val="1000"/>
              </a:spcBef>
              <a:spcAft>
                <a:spcPts val="0"/>
              </a:spcAft>
              <a:buSzPts val="1600"/>
              <a:buNone/>
              <a:defRPr sz="1600">
                <a:solidFill>
                  <a:srgbClr val="888888"/>
                </a:solidFill>
              </a:defRPr>
            </a:lvl3pPr>
            <a:lvl4pPr indent="-228600" lvl="3" marL="1828800" algn="l">
              <a:spcBef>
                <a:spcPts val="1000"/>
              </a:spcBef>
              <a:spcAft>
                <a:spcPts val="0"/>
              </a:spcAft>
              <a:buSzPts val="1400"/>
              <a:buNone/>
              <a:defRPr sz="1400">
                <a:solidFill>
                  <a:srgbClr val="888888"/>
                </a:solidFill>
              </a:defRPr>
            </a:lvl4pPr>
            <a:lvl5pPr indent="-228600" lvl="4" marL="2286000" algn="l">
              <a:spcBef>
                <a:spcPts val="1000"/>
              </a:spcBef>
              <a:spcAft>
                <a:spcPts val="0"/>
              </a:spcAft>
              <a:buSzPts val="1400"/>
              <a:buNone/>
              <a:defRPr sz="1400">
                <a:solidFill>
                  <a:srgbClr val="888888"/>
                </a:solidFill>
              </a:defRPr>
            </a:lvl5pPr>
            <a:lvl6pPr indent="-228600" lvl="5" marL="2743200" algn="l">
              <a:spcBef>
                <a:spcPts val="1000"/>
              </a:spcBef>
              <a:spcAft>
                <a:spcPts val="0"/>
              </a:spcAft>
              <a:buSzPts val="1400"/>
              <a:buNone/>
              <a:defRPr sz="1400">
                <a:solidFill>
                  <a:srgbClr val="888888"/>
                </a:solidFill>
              </a:defRPr>
            </a:lvl6pPr>
            <a:lvl7pPr indent="-228600" lvl="6" marL="3200400" algn="l">
              <a:spcBef>
                <a:spcPts val="1000"/>
              </a:spcBef>
              <a:spcAft>
                <a:spcPts val="0"/>
              </a:spcAft>
              <a:buSzPts val="1400"/>
              <a:buNone/>
              <a:defRPr sz="1400">
                <a:solidFill>
                  <a:srgbClr val="888888"/>
                </a:solidFill>
              </a:defRPr>
            </a:lvl7pPr>
            <a:lvl8pPr indent="-228600" lvl="7" marL="3657600" algn="l">
              <a:spcBef>
                <a:spcPts val="1000"/>
              </a:spcBef>
              <a:spcAft>
                <a:spcPts val="0"/>
              </a:spcAft>
              <a:buSzPts val="1400"/>
              <a:buNone/>
              <a:defRPr sz="1400">
                <a:solidFill>
                  <a:srgbClr val="888888"/>
                </a:solidFill>
              </a:defRPr>
            </a:lvl8pPr>
            <a:lvl9pPr indent="-228600" lvl="8" marL="4114800" algn="l">
              <a:spcBef>
                <a:spcPts val="1000"/>
              </a:spcBef>
              <a:spcAft>
                <a:spcPts val="0"/>
              </a:spcAft>
              <a:buSzPts val="1400"/>
              <a:buNone/>
              <a:defRPr sz="1400">
                <a:solidFill>
                  <a:srgbClr val="888888"/>
                </a:solidFill>
              </a:defRPr>
            </a:lvl9pPr>
          </a:lstStyle>
          <a:p/>
        </p:txBody>
      </p:sp>
      <p:sp>
        <p:nvSpPr>
          <p:cNvPr id="107" name="Google Shape;107;p20"/>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20"/>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20"/>
          <p:cNvSpPr/>
          <p:nvPr/>
        </p:nvSpPr>
        <p:spPr>
          <a:xfrm flipH="1" rot="10800000">
            <a:off x="-4189" y="31781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20"/>
          <p:cNvSpPr txBox="1"/>
          <p:nvPr>
            <p:ph idx="12" type="sldNum"/>
          </p:nvPr>
        </p:nvSpPr>
        <p:spPr>
          <a:xfrm>
            <a:off x="531812" y="3244139"/>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111" name="Shape 111"/>
        <p:cNvGrpSpPr/>
        <p:nvPr/>
      </p:nvGrpSpPr>
      <p:grpSpPr>
        <a:xfrm>
          <a:off x="0" y="0"/>
          <a:ext cx="0" cy="0"/>
          <a:chOff x="0" y="0"/>
          <a:chExt cx="0" cy="0"/>
        </a:xfrm>
      </p:grpSpPr>
      <p:sp>
        <p:nvSpPr>
          <p:cNvPr id="112" name="Google Shape;112;p21"/>
          <p:cNvSpPr txBox="1"/>
          <p:nvPr>
            <p:ph type="title"/>
          </p:nvPr>
        </p:nvSpPr>
        <p:spPr>
          <a:xfrm>
            <a:off x="2849949" y="609600"/>
            <a:ext cx="8393926" cy="2895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262626"/>
              </a:buClr>
              <a:buSzPts val="4800"/>
              <a:buFont typeface="Century Gothic"/>
              <a:buNone/>
              <a:defRPr b="0" sz="48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3" name="Google Shape;113;p21"/>
          <p:cNvSpPr txBox="1"/>
          <p:nvPr>
            <p:ph idx="1" type="body"/>
          </p:nvPr>
        </p:nvSpPr>
        <p:spPr>
          <a:xfrm>
            <a:off x="3275012" y="3505200"/>
            <a:ext cx="7536554" cy="381000"/>
          </a:xfrm>
          <a:prstGeom prst="rect">
            <a:avLst/>
          </a:prstGeom>
          <a:noFill/>
          <a:ln>
            <a:noFill/>
          </a:ln>
        </p:spPr>
        <p:txBody>
          <a:bodyPr anchorCtr="0" anchor="ctr" bIns="45700" lIns="91425" spcFirstLastPara="1" rIns="91425" wrap="square" tIns="45700">
            <a:noAutofit/>
          </a:bodyPr>
          <a:lstStyle>
            <a:lvl1pPr indent="-228600" lvl="0" marL="457200" algn="l">
              <a:spcBef>
                <a:spcPts val="1000"/>
              </a:spcBef>
              <a:spcAft>
                <a:spcPts val="0"/>
              </a:spcAft>
              <a:buSzPts val="1600"/>
              <a:buFont typeface="Century Gothic"/>
              <a:buNone/>
              <a:defRPr sz="1600">
                <a:solidFill>
                  <a:srgbClr val="7F7F7F"/>
                </a:solidFill>
              </a:defRPr>
            </a:lvl1pPr>
            <a:lvl2pPr indent="-228600" lvl="1" marL="914400" algn="l">
              <a:spcBef>
                <a:spcPts val="1000"/>
              </a:spcBef>
              <a:spcAft>
                <a:spcPts val="0"/>
              </a:spcAft>
              <a:buSzPts val="1600"/>
              <a:buFont typeface="Century Gothic"/>
              <a:buNone/>
              <a:defRPr/>
            </a:lvl2pPr>
            <a:lvl3pPr indent="-228600" lvl="2" marL="1371600" algn="l">
              <a:spcBef>
                <a:spcPts val="1000"/>
              </a:spcBef>
              <a:spcAft>
                <a:spcPts val="0"/>
              </a:spcAft>
              <a:buSzPts val="1400"/>
              <a:buFont typeface="Century Gothic"/>
              <a:buNone/>
              <a:defRPr/>
            </a:lvl3pPr>
            <a:lvl4pPr indent="-228600" lvl="3" marL="1828800" algn="l">
              <a:spcBef>
                <a:spcPts val="1000"/>
              </a:spcBef>
              <a:spcAft>
                <a:spcPts val="0"/>
              </a:spcAft>
              <a:buSzPts val="1200"/>
              <a:buFont typeface="Century Gothic"/>
              <a:buNone/>
              <a:defRPr/>
            </a:lvl4pPr>
            <a:lvl5pPr indent="-228600" lvl="4" marL="2286000" algn="l">
              <a:spcBef>
                <a:spcPts val="1000"/>
              </a:spcBef>
              <a:spcAft>
                <a:spcPts val="0"/>
              </a:spcAft>
              <a:buSzPts val="1200"/>
              <a:buFont typeface="Century Gothic"/>
              <a:buNone/>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14" name="Google Shape;114;p21"/>
          <p:cNvSpPr txBox="1"/>
          <p:nvPr>
            <p:ph idx="2" type="body"/>
          </p:nvPr>
        </p:nvSpPr>
        <p:spPr>
          <a:xfrm>
            <a:off x="2589212" y="4354046"/>
            <a:ext cx="8915399" cy="1555864"/>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800"/>
              <a:buNone/>
              <a:defRPr sz="1800">
                <a:solidFill>
                  <a:srgbClr val="595959"/>
                </a:solidFill>
              </a:defRPr>
            </a:lvl1pPr>
            <a:lvl2pPr indent="-228600" lvl="1" marL="914400" algn="l">
              <a:spcBef>
                <a:spcPts val="1000"/>
              </a:spcBef>
              <a:spcAft>
                <a:spcPts val="0"/>
              </a:spcAft>
              <a:buSzPts val="1800"/>
              <a:buNone/>
              <a:defRPr sz="1800">
                <a:solidFill>
                  <a:srgbClr val="888888"/>
                </a:solidFill>
              </a:defRPr>
            </a:lvl2pPr>
            <a:lvl3pPr indent="-228600" lvl="2" marL="1371600" algn="l">
              <a:spcBef>
                <a:spcPts val="1000"/>
              </a:spcBef>
              <a:spcAft>
                <a:spcPts val="0"/>
              </a:spcAft>
              <a:buSzPts val="1600"/>
              <a:buNone/>
              <a:defRPr sz="1600">
                <a:solidFill>
                  <a:srgbClr val="888888"/>
                </a:solidFill>
              </a:defRPr>
            </a:lvl3pPr>
            <a:lvl4pPr indent="-228600" lvl="3" marL="1828800" algn="l">
              <a:spcBef>
                <a:spcPts val="1000"/>
              </a:spcBef>
              <a:spcAft>
                <a:spcPts val="0"/>
              </a:spcAft>
              <a:buSzPts val="1400"/>
              <a:buNone/>
              <a:defRPr sz="1400">
                <a:solidFill>
                  <a:srgbClr val="888888"/>
                </a:solidFill>
              </a:defRPr>
            </a:lvl4pPr>
            <a:lvl5pPr indent="-228600" lvl="4" marL="2286000" algn="l">
              <a:spcBef>
                <a:spcPts val="1000"/>
              </a:spcBef>
              <a:spcAft>
                <a:spcPts val="0"/>
              </a:spcAft>
              <a:buSzPts val="1400"/>
              <a:buNone/>
              <a:defRPr sz="1400">
                <a:solidFill>
                  <a:srgbClr val="888888"/>
                </a:solidFill>
              </a:defRPr>
            </a:lvl5pPr>
            <a:lvl6pPr indent="-228600" lvl="5" marL="2743200" algn="l">
              <a:spcBef>
                <a:spcPts val="1000"/>
              </a:spcBef>
              <a:spcAft>
                <a:spcPts val="0"/>
              </a:spcAft>
              <a:buSzPts val="1400"/>
              <a:buNone/>
              <a:defRPr sz="1400">
                <a:solidFill>
                  <a:srgbClr val="888888"/>
                </a:solidFill>
              </a:defRPr>
            </a:lvl6pPr>
            <a:lvl7pPr indent="-228600" lvl="6" marL="3200400" algn="l">
              <a:spcBef>
                <a:spcPts val="1000"/>
              </a:spcBef>
              <a:spcAft>
                <a:spcPts val="0"/>
              </a:spcAft>
              <a:buSzPts val="1400"/>
              <a:buNone/>
              <a:defRPr sz="1400">
                <a:solidFill>
                  <a:srgbClr val="888888"/>
                </a:solidFill>
              </a:defRPr>
            </a:lvl7pPr>
            <a:lvl8pPr indent="-228600" lvl="7" marL="3657600" algn="l">
              <a:spcBef>
                <a:spcPts val="1000"/>
              </a:spcBef>
              <a:spcAft>
                <a:spcPts val="0"/>
              </a:spcAft>
              <a:buSzPts val="1400"/>
              <a:buNone/>
              <a:defRPr sz="1400">
                <a:solidFill>
                  <a:srgbClr val="888888"/>
                </a:solidFill>
              </a:defRPr>
            </a:lvl8pPr>
            <a:lvl9pPr indent="-228600" lvl="8" marL="4114800" algn="l">
              <a:spcBef>
                <a:spcPts val="1000"/>
              </a:spcBef>
              <a:spcAft>
                <a:spcPts val="0"/>
              </a:spcAft>
              <a:buSzPts val="1400"/>
              <a:buNone/>
              <a:defRPr sz="1400">
                <a:solidFill>
                  <a:srgbClr val="888888"/>
                </a:solidFill>
              </a:defRPr>
            </a:lvl9pPr>
          </a:lstStyle>
          <a:p/>
        </p:txBody>
      </p:sp>
      <p:sp>
        <p:nvSpPr>
          <p:cNvPr id="115" name="Google Shape;115;p21"/>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6" name="Google Shape;116;p21"/>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21"/>
          <p:cNvSpPr/>
          <p:nvPr/>
        </p:nvSpPr>
        <p:spPr>
          <a:xfrm flipH="1" rot="10800000">
            <a:off x="-4189" y="31781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21"/>
          <p:cNvSpPr txBox="1"/>
          <p:nvPr>
            <p:ph idx="12" type="sldNum"/>
          </p:nvPr>
        </p:nvSpPr>
        <p:spPr>
          <a:xfrm>
            <a:off x="531812" y="3244139"/>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
        <p:nvSpPr>
          <p:cNvPr id="119" name="Google Shape;119;p21"/>
          <p:cNvSpPr txBox="1"/>
          <p:nvPr/>
        </p:nvSpPr>
        <p:spPr>
          <a:xfrm>
            <a:off x="2467652" y="648005"/>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GB" sz="8000" u="none" cap="none" strike="noStrike">
                <a:solidFill>
                  <a:schemeClr val="accent1"/>
                </a:solidFill>
                <a:latin typeface="Arial"/>
                <a:ea typeface="Arial"/>
                <a:cs typeface="Arial"/>
                <a:sym typeface="Arial"/>
              </a:rPr>
              <a:t>“</a:t>
            </a:r>
            <a:endParaRPr/>
          </a:p>
        </p:txBody>
      </p:sp>
      <p:sp>
        <p:nvSpPr>
          <p:cNvPr id="120" name="Google Shape;120;p21"/>
          <p:cNvSpPr txBox="1"/>
          <p:nvPr/>
        </p:nvSpPr>
        <p:spPr>
          <a:xfrm>
            <a:off x="11114852" y="2905306"/>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GB" sz="8000" u="none" cap="none" strike="noStrike">
                <a:solidFill>
                  <a:schemeClr val="accent1"/>
                </a:solidFill>
                <a:latin typeface="Arial"/>
                <a:ea typeface="Arial"/>
                <a:cs typeface="Arial"/>
                <a:sym typeface="Arial"/>
              </a:rPr>
              <a:t>”</a:t>
            </a: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121" name="Shape 121"/>
        <p:cNvGrpSpPr/>
        <p:nvPr/>
      </p:nvGrpSpPr>
      <p:grpSpPr>
        <a:xfrm>
          <a:off x="0" y="0"/>
          <a:ext cx="0" cy="0"/>
          <a:chOff x="0" y="0"/>
          <a:chExt cx="0" cy="0"/>
        </a:xfrm>
      </p:grpSpPr>
      <p:sp>
        <p:nvSpPr>
          <p:cNvPr id="122" name="Google Shape;122;p22"/>
          <p:cNvSpPr txBox="1"/>
          <p:nvPr>
            <p:ph type="title"/>
          </p:nvPr>
        </p:nvSpPr>
        <p:spPr>
          <a:xfrm>
            <a:off x="2589213" y="2438400"/>
            <a:ext cx="8915400" cy="2724845"/>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262626"/>
              </a:buClr>
              <a:buSzPts val="4800"/>
              <a:buFont typeface="Century Gothic"/>
              <a:buNone/>
              <a:defRPr b="0" sz="4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3" name="Google Shape;123;p22"/>
          <p:cNvSpPr txBox="1"/>
          <p:nvPr>
            <p:ph idx="1" type="body"/>
          </p:nvPr>
        </p:nvSpPr>
        <p:spPr>
          <a:xfrm>
            <a:off x="2589213" y="5181600"/>
            <a:ext cx="8915400" cy="729622"/>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800"/>
              <a:buNone/>
              <a:defRPr>
                <a:solidFill>
                  <a:srgbClr val="595959"/>
                </a:solidFill>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24" name="Google Shape;124;p22"/>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5" name="Google Shape;125;p22"/>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6" name="Google Shape;126;p22"/>
          <p:cNvSpPr/>
          <p:nvPr/>
        </p:nvSpPr>
        <p:spPr>
          <a:xfrm flipH="1" rot="10800000">
            <a:off x="-4189" y="491172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22"/>
          <p:cNvSpPr txBox="1"/>
          <p:nvPr>
            <p:ph idx="12" type="sldNum"/>
          </p:nvPr>
        </p:nvSpPr>
        <p:spPr>
          <a:xfrm>
            <a:off x="531812" y="4983087"/>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Name Card">
  <p:cSld name="Quote Name Card">
    <p:spTree>
      <p:nvGrpSpPr>
        <p:cNvPr id="128" name="Shape 128"/>
        <p:cNvGrpSpPr/>
        <p:nvPr/>
      </p:nvGrpSpPr>
      <p:grpSpPr>
        <a:xfrm>
          <a:off x="0" y="0"/>
          <a:ext cx="0" cy="0"/>
          <a:chOff x="0" y="0"/>
          <a:chExt cx="0" cy="0"/>
        </a:xfrm>
      </p:grpSpPr>
      <p:sp>
        <p:nvSpPr>
          <p:cNvPr id="129" name="Google Shape;129;p23"/>
          <p:cNvSpPr txBox="1"/>
          <p:nvPr>
            <p:ph type="title"/>
          </p:nvPr>
        </p:nvSpPr>
        <p:spPr>
          <a:xfrm>
            <a:off x="2849949" y="609600"/>
            <a:ext cx="8393926" cy="2895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262626"/>
              </a:buClr>
              <a:buSzPts val="4800"/>
              <a:buFont typeface="Century Gothic"/>
              <a:buNone/>
              <a:defRPr b="0" sz="48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 name="Google Shape;130;p23"/>
          <p:cNvSpPr txBox="1"/>
          <p:nvPr>
            <p:ph idx="1" type="body"/>
          </p:nvPr>
        </p:nvSpPr>
        <p:spPr>
          <a:xfrm>
            <a:off x="2589212" y="4343400"/>
            <a:ext cx="8915400" cy="838200"/>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2400"/>
              <a:buFont typeface="Century Gothic"/>
              <a:buNone/>
              <a:defRPr sz="2400">
                <a:solidFill>
                  <a:schemeClr val="accent1"/>
                </a:solidFill>
              </a:defRPr>
            </a:lvl1pPr>
            <a:lvl2pPr indent="-228600" lvl="1" marL="914400" algn="l">
              <a:spcBef>
                <a:spcPts val="1000"/>
              </a:spcBef>
              <a:spcAft>
                <a:spcPts val="0"/>
              </a:spcAft>
              <a:buSzPts val="1600"/>
              <a:buFont typeface="Century Gothic"/>
              <a:buNone/>
              <a:defRPr/>
            </a:lvl2pPr>
            <a:lvl3pPr indent="-228600" lvl="2" marL="1371600" algn="l">
              <a:spcBef>
                <a:spcPts val="1000"/>
              </a:spcBef>
              <a:spcAft>
                <a:spcPts val="0"/>
              </a:spcAft>
              <a:buSzPts val="1400"/>
              <a:buFont typeface="Century Gothic"/>
              <a:buNone/>
              <a:defRPr/>
            </a:lvl3pPr>
            <a:lvl4pPr indent="-228600" lvl="3" marL="1828800" algn="l">
              <a:spcBef>
                <a:spcPts val="1000"/>
              </a:spcBef>
              <a:spcAft>
                <a:spcPts val="0"/>
              </a:spcAft>
              <a:buSzPts val="1200"/>
              <a:buFont typeface="Century Gothic"/>
              <a:buNone/>
              <a:defRPr/>
            </a:lvl4pPr>
            <a:lvl5pPr indent="-228600" lvl="4" marL="2286000" algn="l">
              <a:spcBef>
                <a:spcPts val="1000"/>
              </a:spcBef>
              <a:spcAft>
                <a:spcPts val="0"/>
              </a:spcAft>
              <a:buSzPts val="1200"/>
              <a:buFont typeface="Century Gothic"/>
              <a:buNone/>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31" name="Google Shape;131;p23"/>
          <p:cNvSpPr txBox="1"/>
          <p:nvPr>
            <p:ph idx="2" type="body"/>
          </p:nvPr>
        </p:nvSpPr>
        <p:spPr>
          <a:xfrm>
            <a:off x="2589213" y="5181600"/>
            <a:ext cx="8915400" cy="729622"/>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800"/>
              <a:buNone/>
              <a:defRPr>
                <a:solidFill>
                  <a:srgbClr val="595959"/>
                </a:solidFill>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32" name="Google Shape;132;p23"/>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3" name="Google Shape;133;p23"/>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4" name="Google Shape;134;p23"/>
          <p:cNvSpPr/>
          <p:nvPr/>
        </p:nvSpPr>
        <p:spPr>
          <a:xfrm flipH="1" rot="10800000">
            <a:off x="-4189" y="491172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23"/>
          <p:cNvSpPr txBox="1"/>
          <p:nvPr>
            <p:ph idx="12" type="sldNum"/>
          </p:nvPr>
        </p:nvSpPr>
        <p:spPr>
          <a:xfrm>
            <a:off x="531812" y="4983087"/>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
        <p:nvSpPr>
          <p:cNvPr id="136" name="Google Shape;136;p23"/>
          <p:cNvSpPr txBox="1"/>
          <p:nvPr/>
        </p:nvSpPr>
        <p:spPr>
          <a:xfrm>
            <a:off x="2467652" y="648005"/>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GB" sz="8000" u="none" cap="none" strike="noStrike">
                <a:solidFill>
                  <a:schemeClr val="accent1"/>
                </a:solidFill>
                <a:latin typeface="Arial"/>
                <a:ea typeface="Arial"/>
                <a:cs typeface="Arial"/>
                <a:sym typeface="Arial"/>
              </a:rPr>
              <a:t>“</a:t>
            </a:r>
            <a:endParaRPr/>
          </a:p>
        </p:txBody>
      </p:sp>
      <p:sp>
        <p:nvSpPr>
          <p:cNvPr id="137" name="Google Shape;137;p23"/>
          <p:cNvSpPr txBox="1"/>
          <p:nvPr/>
        </p:nvSpPr>
        <p:spPr>
          <a:xfrm>
            <a:off x="11114852" y="2905306"/>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GB" sz="8000" u="none" cap="none" strike="noStrike">
                <a:solidFill>
                  <a:schemeClr val="accent1"/>
                </a:solidFill>
                <a:latin typeface="Arial"/>
                <a:ea typeface="Arial"/>
                <a:cs typeface="Arial"/>
                <a:sym typeface="Arial"/>
              </a:rPr>
              <a:t>”</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ue or False">
  <p:cSld name="True or False">
    <p:spTree>
      <p:nvGrpSpPr>
        <p:cNvPr id="138" name="Shape 138"/>
        <p:cNvGrpSpPr/>
        <p:nvPr/>
      </p:nvGrpSpPr>
      <p:grpSpPr>
        <a:xfrm>
          <a:off x="0" y="0"/>
          <a:ext cx="0" cy="0"/>
          <a:chOff x="0" y="0"/>
          <a:chExt cx="0" cy="0"/>
        </a:xfrm>
      </p:grpSpPr>
      <p:sp>
        <p:nvSpPr>
          <p:cNvPr id="139" name="Google Shape;139;p24"/>
          <p:cNvSpPr txBox="1"/>
          <p:nvPr>
            <p:ph type="title"/>
          </p:nvPr>
        </p:nvSpPr>
        <p:spPr>
          <a:xfrm>
            <a:off x="2589212" y="627407"/>
            <a:ext cx="8915399" cy="288002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262626"/>
              </a:buClr>
              <a:buSzPts val="4800"/>
              <a:buFont typeface="Century Gothic"/>
              <a:buNone/>
              <a:defRPr b="0" sz="4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0" name="Google Shape;140;p24"/>
          <p:cNvSpPr txBox="1"/>
          <p:nvPr>
            <p:ph idx="1" type="body"/>
          </p:nvPr>
        </p:nvSpPr>
        <p:spPr>
          <a:xfrm>
            <a:off x="2589212" y="4343400"/>
            <a:ext cx="8915400" cy="838200"/>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2400"/>
              <a:buFont typeface="Century Gothic"/>
              <a:buNone/>
              <a:defRPr sz="2400">
                <a:solidFill>
                  <a:schemeClr val="accent1"/>
                </a:solidFill>
              </a:defRPr>
            </a:lvl1pPr>
            <a:lvl2pPr indent="-228600" lvl="1" marL="914400" algn="l">
              <a:spcBef>
                <a:spcPts val="1000"/>
              </a:spcBef>
              <a:spcAft>
                <a:spcPts val="0"/>
              </a:spcAft>
              <a:buSzPts val="1600"/>
              <a:buFont typeface="Century Gothic"/>
              <a:buNone/>
              <a:defRPr/>
            </a:lvl2pPr>
            <a:lvl3pPr indent="-228600" lvl="2" marL="1371600" algn="l">
              <a:spcBef>
                <a:spcPts val="1000"/>
              </a:spcBef>
              <a:spcAft>
                <a:spcPts val="0"/>
              </a:spcAft>
              <a:buSzPts val="1400"/>
              <a:buFont typeface="Century Gothic"/>
              <a:buNone/>
              <a:defRPr/>
            </a:lvl3pPr>
            <a:lvl4pPr indent="-228600" lvl="3" marL="1828800" algn="l">
              <a:spcBef>
                <a:spcPts val="1000"/>
              </a:spcBef>
              <a:spcAft>
                <a:spcPts val="0"/>
              </a:spcAft>
              <a:buSzPts val="1200"/>
              <a:buFont typeface="Century Gothic"/>
              <a:buNone/>
              <a:defRPr/>
            </a:lvl4pPr>
            <a:lvl5pPr indent="-228600" lvl="4" marL="2286000" algn="l">
              <a:spcBef>
                <a:spcPts val="1000"/>
              </a:spcBef>
              <a:spcAft>
                <a:spcPts val="0"/>
              </a:spcAft>
              <a:buSzPts val="1200"/>
              <a:buFont typeface="Century Gothic"/>
              <a:buNone/>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41" name="Google Shape;141;p24"/>
          <p:cNvSpPr txBox="1"/>
          <p:nvPr>
            <p:ph idx="2" type="body"/>
          </p:nvPr>
        </p:nvSpPr>
        <p:spPr>
          <a:xfrm>
            <a:off x="2589213" y="5181600"/>
            <a:ext cx="8915400" cy="729622"/>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800"/>
              <a:buNone/>
              <a:defRPr>
                <a:solidFill>
                  <a:srgbClr val="595959"/>
                </a:solidFill>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42" name="Google Shape;142;p24"/>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3" name="Google Shape;143;p24"/>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4" name="Google Shape;144;p24"/>
          <p:cNvSpPr/>
          <p:nvPr/>
        </p:nvSpPr>
        <p:spPr>
          <a:xfrm flipH="1" rot="10800000">
            <a:off x="-4189" y="491172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24"/>
          <p:cNvSpPr txBox="1"/>
          <p:nvPr>
            <p:ph idx="12" type="sldNum"/>
          </p:nvPr>
        </p:nvSpPr>
        <p:spPr>
          <a:xfrm>
            <a:off x="531812" y="4983087"/>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6" name="Shape 146"/>
        <p:cNvGrpSpPr/>
        <p:nvPr/>
      </p:nvGrpSpPr>
      <p:grpSpPr>
        <a:xfrm>
          <a:off x="0" y="0"/>
          <a:ext cx="0" cy="0"/>
          <a:chOff x="0" y="0"/>
          <a:chExt cx="0" cy="0"/>
        </a:xfrm>
      </p:grpSpPr>
      <p:sp>
        <p:nvSpPr>
          <p:cNvPr id="147" name="Google Shape;147;p25"/>
          <p:cNvSpPr txBox="1"/>
          <p:nvPr>
            <p:ph type="title"/>
          </p:nvPr>
        </p:nvSpPr>
        <p:spPr>
          <a:xfrm>
            <a:off x="2592924" y="624110"/>
            <a:ext cx="8911687" cy="128089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8" name="Google Shape;148;p25"/>
          <p:cNvSpPr txBox="1"/>
          <p:nvPr>
            <p:ph idx="1" type="body"/>
          </p:nvPr>
        </p:nvSpPr>
        <p:spPr>
          <a:xfrm rot="5400000">
            <a:off x="5103812" y="-381000"/>
            <a:ext cx="3886200" cy="8915400"/>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49" name="Google Shape;149;p25"/>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0" name="Google Shape;150;p25"/>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1" name="Google Shape;151;p25"/>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25"/>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53" name="Shape 153"/>
        <p:cNvGrpSpPr/>
        <p:nvPr/>
      </p:nvGrpSpPr>
      <p:grpSpPr>
        <a:xfrm>
          <a:off x="0" y="0"/>
          <a:ext cx="0" cy="0"/>
          <a:chOff x="0" y="0"/>
          <a:chExt cx="0" cy="0"/>
        </a:xfrm>
      </p:grpSpPr>
      <p:sp>
        <p:nvSpPr>
          <p:cNvPr id="154" name="Google Shape;154;p26"/>
          <p:cNvSpPr txBox="1"/>
          <p:nvPr>
            <p:ph type="title"/>
          </p:nvPr>
        </p:nvSpPr>
        <p:spPr>
          <a:xfrm rot="5400000">
            <a:off x="7756704" y="2165513"/>
            <a:ext cx="5283817" cy="2207601"/>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5" name="Google Shape;155;p26"/>
          <p:cNvSpPr txBox="1"/>
          <p:nvPr>
            <p:ph idx="1" type="body"/>
          </p:nvPr>
        </p:nvSpPr>
        <p:spPr>
          <a:xfrm rot="5400000">
            <a:off x="3185803" y="30814"/>
            <a:ext cx="5283817" cy="6477000"/>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56" name="Google Shape;156;p26"/>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7" name="Google Shape;157;p26"/>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8" name="Google Shape;158;p26"/>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26"/>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2.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FF"/>
            </a:gs>
            <a:gs pos="100000">
              <a:srgbClr val="DDE6C3"/>
            </a:gs>
          </a:gsLst>
          <a:path path="circle">
            <a:fillToRect b="100%" r="100%"/>
          </a:path>
          <a:tileRect l="-100%" t="-100%"/>
        </a:gradFill>
      </p:bgPr>
    </p:bg>
    <p:spTree>
      <p:nvGrpSpPr>
        <p:cNvPr id="5" name="Shape 5"/>
        <p:cNvGrpSpPr/>
        <p:nvPr/>
      </p:nvGrpSpPr>
      <p:grpSpPr>
        <a:xfrm>
          <a:off x="0" y="0"/>
          <a:ext cx="0" cy="0"/>
          <a:chOff x="0" y="0"/>
          <a:chExt cx="0" cy="0"/>
        </a:xfrm>
      </p:grpSpPr>
      <p:grpSp>
        <p:nvGrpSpPr>
          <p:cNvPr id="6" name="Google Shape;6;p10"/>
          <p:cNvGrpSpPr/>
          <p:nvPr/>
        </p:nvGrpSpPr>
        <p:grpSpPr>
          <a:xfrm>
            <a:off x="1" y="228600"/>
            <a:ext cx="2851516" cy="6638628"/>
            <a:chOff x="2487613" y="285750"/>
            <a:chExt cx="2428875" cy="5654676"/>
          </a:xfrm>
        </p:grpSpPr>
        <p:sp>
          <p:nvSpPr>
            <p:cNvPr id="7" name="Google Shape;7;p10"/>
            <p:cNvSpPr/>
            <p:nvPr/>
          </p:nvSpPr>
          <p:spPr>
            <a:xfrm>
              <a:off x="2487613" y="2284413"/>
              <a:ext cx="85725" cy="533400"/>
            </a:xfrm>
            <a:custGeom>
              <a:rect b="b" l="l" r="r" t="t"/>
              <a:pathLst>
                <a:path extrusionOk="0" h="136" w="22">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 name="Google Shape;8;p10"/>
            <p:cNvSpPr/>
            <p:nvPr/>
          </p:nvSpPr>
          <p:spPr>
            <a:xfrm>
              <a:off x="2597151" y="2779713"/>
              <a:ext cx="550863" cy="1978025"/>
            </a:xfrm>
            <a:custGeom>
              <a:rect b="b" l="l" r="r" t="t"/>
              <a:pathLst>
                <a:path extrusionOk="0" h="504" w="140">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 name="Google Shape;9;p10"/>
            <p:cNvSpPr/>
            <p:nvPr/>
          </p:nvSpPr>
          <p:spPr>
            <a:xfrm>
              <a:off x="3175001" y="4730750"/>
              <a:ext cx="519113" cy="1209675"/>
            </a:xfrm>
            <a:custGeom>
              <a:rect b="b" l="l" r="r" t="t"/>
              <a:pathLst>
                <a:path extrusionOk="0" h="308" w="132">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 name="Google Shape;10;p10"/>
            <p:cNvSpPr/>
            <p:nvPr/>
          </p:nvSpPr>
          <p:spPr>
            <a:xfrm>
              <a:off x="3305176" y="5630863"/>
              <a:ext cx="146050" cy="309563"/>
            </a:xfrm>
            <a:custGeom>
              <a:rect b="b" l="l" r="r" t="t"/>
              <a:pathLst>
                <a:path extrusionOk="0" h="79" w="37">
                  <a:moveTo>
                    <a:pt x="28" y="79"/>
                  </a:moveTo>
                  <a:cubicBezTo>
                    <a:pt x="37" y="79"/>
                    <a:pt x="37" y="79"/>
                    <a:pt x="37" y="79"/>
                  </a:cubicBezTo>
                  <a:cubicBezTo>
                    <a:pt x="24" y="53"/>
                    <a:pt x="12" y="27"/>
                    <a:pt x="0" y="0"/>
                  </a:cubicBezTo>
                  <a:cubicBezTo>
                    <a:pt x="8" y="27"/>
                    <a:pt x="17" y="53"/>
                    <a:pt x="28" y="79"/>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10"/>
            <p:cNvSpPr/>
            <p:nvPr/>
          </p:nvSpPr>
          <p:spPr>
            <a:xfrm>
              <a:off x="2573338" y="2817813"/>
              <a:ext cx="700088" cy="2835275"/>
            </a:xfrm>
            <a:custGeom>
              <a:rect b="b" l="l" r="r" t="t"/>
              <a:pathLst>
                <a:path extrusionOk="0" h="722" w="178">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10"/>
            <p:cNvSpPr/>
            <p:nvPr/>
          </p:nvSpPr>
          <p:spPr>
            <a:xfrm>
              <a:off x="2506663" y="285750"/>
              <a:ext cx="90488" cy="2493963"/>
            </a:xfrm>
            <a:custGeom>
              <a:rect b="b" l="l" r="r" t="t"/>
              <a:pathLst>
                <a:path extrusionOk="0" h="635" w="23">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10"/>
            <p:cNvSpPr/>
            <p:nvPr/>
          </p:nvSpPr>
          <p:spPr>
            <a:xfrm>
              <a:off x="2554288" y="2598738"/>
              <a:ext cx="66675" cy="420688"/>
            </a:xfrm>
            <a:custGeom>
              <a:rect b="b" l="l" r="r" t="t"/>
              <a:pathLst>
                <a:path extrusionOk="0" h="107" w="1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10"/>
            <p:cNvSpPr/>
            <p:nvPr/>
          </p:nvSpPr>
          <p:spPr>
            <a:xfrm>
              <a:off x="3143251" y="4757738"/>
              <a:ext cx="161925" cy="873125"/>
            </a:xfrm>
            <a:custGeom>
              <a:rect b="b" l="l" r="r" t="t"/>
              <a:pathLst>
                <a:path extrusionOk="0" h="222" w="41">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10"/>
            <p:cNvSpPr/>
            <p:nvPr/>
          </p:nvSpPr>
          <p:spPr>
            <a:xfrm>
              <a:off x="3148013" y="1282700"/>
              <a:ext cx="1768475" cy="3448050"/>
            </a:xfrm>
            <a:custGeom>
              <a:rect b="b" l="l" r="r" t="t"/>
              <a:pathLst>
                <a:path extrusionOk="0" h="878" w="450">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10"/>
            <p:cNvSpPr/>
            <p:nvPr/>
          </p:nvSpPr>
          <p:spPr>
            <a:xfrm>
              <a:off x="3273426" y="5653088"/>
              <a:ext cx="138113" cy="287338"/>
            </a:xfrm>
            <a:custGeom>
              <a:rect b="b" l="l" r="r" t="t"/>
              <a:pathLst>
                <a:path extrusionOk="0" h="73" w="35">
                  <a:moveTo>
                    <a:pt x="0" y="0"/>
                  </a:moveTo>
                  <a:cubicBezTo>
                    <a:pt x="7" y="24"/>
                    <a:pt x="16" y="49"/>
                    <a:pt x="26" y="73"/>
                  </a:cubicBezTo>
                  <a:cubicBezTo>
                    <a:pt x="35" y="73"/>
                    <a:pt x="35" y="73"/>
                    <a:pt x="35" y="73"/>
                  </a:cubicBezTo>
                  <a:cubicBezTo>
                    <a:pt x="23" y="49"/>
                    <a:pt x="11" y="24"/>
                    <a:pt x="0" y="0"/>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0"/>
            <p:cNvSpPr/>
            <p:nvPr/>
          </p:nvSpPr>
          <p:spPr>
            <a:xfrm>
              <a:off x="3143251" y="4656138"/>
              <a:ext cx="31750" cy="188913"/>
            </a:xfrm>
            <a:custGeom>
              <a:rect b="b" l="l" r="r" t="t"/>
              <a:pathLst>
                <a:path extrusionOk="0" h="48" w="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10"/>
            <p:cNvSpPr/>
            <p:nvPr/>
          </p:nvSpPr>
          <p:spPr>
            <a:xfrm>
              <a:off x="3211513" y="5410200"/>
              <a:ext cx="203200" cy="530225"/>
            </a:xfrm>
            <a:custGeom>
              <a:rect b="b" l="l" r="r" t="t"/>
              <a:pathLst>
                <a:path extrusionOk="0" h="135" w="52">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 name="Google Shape;19;p10"/>
          <p:cNvGrpSpPr/>
          <p:nvPr/>
        </p:nvGrpSpPr>
        <p:grpSpPr>
          <a:xfrm>
            <a:off x="27221" y="-786"/>
            <a:ext cx="2356674" cy="6854039"/>
            <a:chOff x="6627813" y="194833"/>
            <a:chExt cx="1952625" cy="5678918"/>
          </a:xfrm>
        </p:grpSpPr>
        <p:sp>
          <p:nvSpPr>
            <p:cNvPr id="20" name="Google Shape;20;p10"/>
            <p:cNvSpPr/>
            <p:nvPr/>
          </p:nvSpPr>
          <p:spPr>
            <a:xfrm>
              <a:off x="6627813" y="194833"/>
              <a:ext cx="409575" cy="3646488"/>
            </a:xfrm>
            <a:custGeom>
              <a:rect b="b" l="l" r="r" t="t"/>
              <a:pathLst>
                <a:path extrusionOk="0" h="920" w="103">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10"/>
            <p:cNvSpPr/>
            <p:nvPr/>
          </p:nvSpPr>
          <p:spPr>
            <a:xfrm>
              <a:off x="7061201" y="3771900"/>
              <a:ext cx="350838" cy="1309688"/>
            </a:xfrm>
            <a:custGeom>
              <a:rect b="b" l="l" r="r" t="t"/>
              <a:pathLst>
                <a:path extrusionOk="0" h="330" w="88">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10"/>
            <p:cNvSpPr/>
            <p:nvPr/>
          </p:nvSpPr>
          <p:spPr>
            <a:xfrm>
              <a:off x="7439026" y="5053013"/>
              <a:ext cx="357188" cy="820738"/>
            </a:xfrm>
            <a:custGeom>
              <a:rect b="b" l="l" r="r" t="t"/>
              <a:pathLst>
                <a:path extrusionOk="0" h="207" w="90">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10"/>
            <p:cNvSpPr/>
            <p:nvPr/>
          </p:nvSpPr>
          <p:spPr>
            <a:xfrm>
              <a:off x="7037388" y="3811588"/>
              <a:ext cx="457200" cy="1852613"/>
            </a:xfrm>
            <a:custGeom>
              <a:rect b="b" l="l" r="r" t="t"/>
              <a:pathLst>
                <a:path extrusionOk="0" h="467" w="115">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10"/>
            <p:cNvSpPr/>
            <p:nvPr/>
          </p:nvSpPr>
          <p:spPr>
            <a:xfrm>
              <a:off x="6992938" y="1263650"/>
              <a:ext cx="144463" cy="2508250"/>
            </a:xfrm>
            <a:custGeom>
              <a:rect b="b" l="l" r="r" t="t"/>
              <a:pathLst>
                <a:path extrusionOk="0" h="633" w="36">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10"/>
            <p:cNvSpPr/>
            <p:nvPr/>
          </p:nvSpPr>
          <p:spPr>
            <a:xfrm>
              <a:off x="7526338" y="5640388"/>
              <a:ext cx="111125" cy="233363"/>
            </a:xfrm>
            <a:custGeom>
              <a:rect b="b" l="l" r="r" t="t"/>
              <a:pathLst>
                <a:path extrusionOk="0" h="59" w="28">
                  <a:moveTo>
                    <a:pt x="22" y="59"/>
                  </a:moveTo>
                  <a:cubicBezTo>
                    <a:pt x="28" y="59"/>
                    <a:pt x="28" y="59"/>
                    <a:pt x="28" y="59"/>
                  </a:cubicBezTo>
                  <a:cubicBezTo>
                    <a:pt x="18" y="40"/>
                    <a:pt x="9" y="20"/>
                    <a:pt x="0" y="0"/>
                  </a:cubicBezTo>
                  <a:cubicBezTo>
                    <a:pt x="6" y="20"/>
                    <a:pt x="13" y="40"/>
                    <a:pt x="22" y="59"/>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10"/>
            <p:cNvSpPr/>
            <p:nvPr/>
          </p:nvSpPr>
          <p:spPr>
            <a:xfrm>
              <a:off x="7021513" y="3598863"/>
              <a:ext cx="68263" cy="423863"/>
            </a:xfrm>
            <a:custGeom>
              <a:rect b="b" l="l" r="r" t="t"/>
              <a:pathLst>
                <a:path extrusionOk="0" h="107" w="1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10"/>
            <p:cNvSpPr/>
            <p:nvPr/>
          </p:nvSpPr>
          <p:spPr>
            <a:xfrm>
              <a:off x="7412038" y="2801938"/>
              <a:ext cx="1168400" cy="2251075"/>
            </a:xfrm>
            <a:custGeom>
              <a:rect b="b" l="l" r="r" t="t"/>
              <a:pathLst>
                <a:path extrusionOk="0" h="568" w="294">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10"/>
            <p:cNvSpPr/>
            <p:nvPr/>
          </p:nvSpPr>
          <p:spPr>
            <a:xfrm>
              <a:off x="7494588" y="5664200"/>
              <a:ext cx="100013" cy="209550"/>
            </a:xfrm>
            <a:custGeom>
              <a:rect b="b" l="l" r="r" t="t"/>
              <a:pathLst>
                <a:path extrusionOk="0" h="53" w="25">
                  <a:moveTo>
                    <a:pt x="0" y="0"/>
                  </a:moveTo>
                  <a:cubicBezTo>
                    <a:pt x="5" y="18"/>
                    <a:pt x="12" y="36"/>
                    <a:pt x="19" y="53"/>
                  </a:cubicBezTo>
                  <a:cubicBezTo>
                    <a:pt x="25" y="53"/>
                    <a:pt x="25" y="53"/>
                    <a:pt x="25" y="53"/>
                  </a:cubicBezTo>
                  <a:cubicBezTo>
                    <a:pt x="16" y="36"/>
                    <a:pt x="8" y="18"/>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10"/>
            <p:cNvSpPr/>
            <p:nvPr/>
          </p:nvSpPr>
          <p:spPr>
            <a:xfrm>
              <a:off x="7412038" y="5081588"/>
              <a:ext cx="114300" cy="558800"/>
            </a:xfrm>
            <a:custGeom>
              <a:rect b="b" l="l" r="r" t="t"/>
              <a:pathLst>
                <a:path extrusionOk="0" h="141" w="29">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10"/>
            <p:cNvSpPr/>
            <p:nvPr/>
          </p:nvSpPr>
          <p:spPr>
            <a:xfrm>
              <a:off x="7412038" y="4978400"/>
              <a:ext cx="31750" cy="188913"/>
            </a:xfrm>
            <a:custGeom>
              <a:rect b="b" l="l" r="r" t="t"/>
              <a:pathLst>
                <a:path extrusionOk="0" h="48" w="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10"/>
            <p:cNvSpPr/>
            <p:nvPr/>
          </p:nvSpPr>
          <p:spPr>
            <a:xfrm>
              <a:off x="7439026" y="5434013"/>
              <a:ext cx="174625" cy="439738"/>
            </a:xfrm>
            <a:custGeom>
              <a:rect b="b" l="l" r="r" t="t"/>
              <a:pathLst>
                <a:path extrusionOk="0" h="111" w="44">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 name="Google Shape;32;p10"/>
          <p:cNvSpPr/>
          <p:nvPr/>
        </p:nvSpPr>
        <p:spPr>
          <a:xfrm>
            <a:off x="0" y="0"/>
            <a:ext cx="182880" cy="6858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10"/>
          <p:cNvSpPr txBox="1"/>
          <p:nvPr>
            <p:ph type="title"/>
          </p:nvPr>
        </p:nvSpPr>
        <p:spPr>
          <a:xfrm>
            <a:off x="2592924" y="624110"/>
            <a:ext cx="8911687" cy="1280890"/>
          </a:xfrm>
          <a:prstGeom prst="rect">
            <a:avLst/>
          </a:prstGeom>
          <a:noFill/>
          <a:ln>
            <a:noFill/>
          </a:ln>
        </p:spPr>
        <p:txBody>
          <a:bodyPr anchorCtr="0" anchor="t" bIns="45700" lIns="91425" spcFirstLastPara="1" rIns="91425" wrap="square" tIns="45700">
            <a:normAutofit/>
          </a:bodyPr>
          <a:lstStyle>
            <a:lvl1pPr lvl="0" marR="0" rtl="0" algn="l">
              <a:spcBef>
                <a:spcPts val="0"/>
              </a:spcBef>
              <a:spcAft>
                <a:spcPts val="0"/>
              </a:spcAft>
              <a:buClr>
                <a:srgbClr val="262626"/>
              </a:buClr>
              <a:buSzPts val="3600"/>
              <a:buFont typeface="Century Gothic"/>
              <a:buNone/>
              <a:defRPr b="0" i="0" sz="3600" u="none" cap="none" strike="noStrike">
                <a:solidFill>
                  <a:srgbClr val="262626"/>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34" name="Google Shape;34;p10"/>
          <p:cNvSpPr txBox="1"/>
          <p:nvPr>
            <p:ph idx="1" type="body"/>
          </p:nvPr>
        </p:nvSpPr>
        <p:spPr>
          <a:xfrm>
            <a:off x="2589212" y="2133600"/>
            <a:ext cx="8915400" cy="3886200"/>
          </a:xfrm>
          <a:prstGeom prst="rect">
            <a:avLst/>
          </a:prstGeom>
          <a:noFill/>
          <a:ln>
            <a:noFill/>
          </a:ln>
        </p:spPr>
        <p:txBody>
          <a:bodyPr anchorCtr="0" anchor="t" bIns="45700" lIns="91425" spcFirstLastPara="1" rIns="91425" wrap="square" tIns="45700">
            <a:normAutofit/>
          </a:bodyPr>
          <a:lstStyle>
            <a:lvl1pPr indent="-342900" lvl="0" marL="457200" marR="0" rtl="0" algn="l">
              <a:spcBef>
                <a:spcPts val="1000"/>
              </a:spcBef>
              <a:spcAft>
                <a:spcPts val="0"/>
              </a:spcAft>
              <a:buClr>
                <a:schemeClr val="accent1"/>
              </a:buClr>
              <a:buSzPts val="1800"/>
              <a:buFont typeface="Noto Sans Symbols"/>
              <a:buChar char="🠶"/>
              <a:defRPr b="0" i="0" sz="1800" u="none" cap="none" strike="noStrike">
                <a:solidFill>
                  <a:srgbClr val="3F3F3F"/>
                </a:solidFill>
                <a:latin typeface="Century Gothic"/>
                <a:ea typeface="Century Gothic"/>
                <a:cs typeface="Century Gothic"/>
                <a:sym typeface="Century Gothic"/>
              </a:defRPr>
            </a:lvl1pPr>
            <a:lvl2pPr indent="-330200" lvl="1" marL="914400" marR="0" rtl="0" algn="l">
              <a:spcBef>
                <a:spcPts val="1000"/>
              </a:spcBef>
              <a:spcAft>
                <a:spcPts val="0"/>
              </a:spcAft>
              <a:buClr>
                <a:schemeClr val="accent1"/>
              </a:buClr>
              <a:buSzPts val="1600"/>
              <a:buFont typeface="Noto Sans Symbols"/>
              <a:buChar char="🠶"/>
              <a:defRPr b="0" i="0" sz="1600" u="none" cap="none" strike="noStrike">
                <a:solidFill>
                  <a:srgbClr val="3F3F3F"/>
                </a:solidFill>
                <a:latin typeface="Century Gothic"/>
                <a:ea typeface="Century Gothic"/>
                <a:cs typeface="Century Gothic"/>
                <a:sym typeface="Century Gothic"/>
              </a:defRPr>
            </a:lvl2pPr>
            <a:lvl3pPr indent="-317500" lvl="2" marL="1371600" marR="0" rtl="0" algn="l">
              <a:spcBef>
                <a:spcPts val="1000"/>
              </a:spcBef>
              <a:spcAft>
                <a:spcPts val="0"/>
              </a:spcAft>
              <a:buClr>
                <a:schemeClr val="accent1"/>
              </a:buClr>
              <a:buSzPts val="1400"/>
              <a:buFont typeface="Noto Sans Symbols"/>
              <a:buChar char="🠶"/>
              <a:defRPr b="0" i="0" sz="1400" u="none" cap="none" strike="noStrike">
                <a:solidFill>
                  <a:srgbClr val="3F3F3F"/>
                </a:solidFill>
                <a:latin typeface="Century Gothic"/>
                <a:ea typeface="Century Gothic"/>
                <a:cs typeface="Century Gothic"/>
                <a:sym typeface="Century Gothic"/>
              </a:defRPr>
            </a:lvl3pPr>
            <a:lvl4pPr indent="-304800" lvl="3" marL="1828800" marR="0" rtl="0" algn="l">
              <a:spcBef>
                <a:spcPts val="1000"/>
              </a:spcBef>
              <a:spcAft>
                <a:spcPts val="0"/>
              </a:spcAft>
              <a:buClr>
                <a:schemeClr val="accent1"/>
              </a:buClr>
              <a:buSzPts val="1200"/>
              <a:buFont typeface="Noto Sans Symbols"/>
              <a:buChar char="🠶"/>
              <a:defRPr b="0" i="0" sz="1200" u="none" cap="none" strike="noStrike">
                <a:solidFill>
                  <a:srgbClr val="3F3F3F"/>
                </a:solidFill>
                <a:latin typeface="Century Gothic"/>
                <a:ea typeface="Century Gothic"/>
                <a:cs typeface="Century Gothic"/>
                <a:sym typeface="Century Gothic"/>
              </a:defRPr>
            </a:lvl4pPr>
            <a:lvl5pPr indent="-304800" lvl="4" marL="2286000" marR="0" rtl="0" algn="l">
              <a:spcBef>
                <a:spcPts val="1000"/>
              </a:spcBef>
              <a:spcAft>
                <a:spcPts val="0"/>
              </a:spcAft>
              <a:buClr>
                <a:schemeClr val="accent1"/>
              </a:buClr>
              <a:buSzPts val="1200"/>
              <a:buFont typeface="Noto Sans Symbols"/>
              <a:buChar char="🠶"/>
              <a:defRPr b="0" i="0" sz="1200" u="none" cap="none" strike="noStrike">
                <a:solidFill>
                  <a:srgbClr val="3F3F3F"/>
                </a:solidFill>
                <a:latin typeface="Century Gothic"/>
                <a:ea typeface="Century Gothic"/>
                <a:cs typeface="Century Gothic"/>
                <a:sym typeface="Century Gothic"/>
              </a:defRPr>
            </a:lvl5pPr>
            <a:lvl6pPr indent="-304800" lvl="5" marL="2743200" marR="0" rtl="0" algn="l">
              <a:spcBef>
                <a:spcPts val="1000"/>
              </a:spcBef>
              <a:spcAft>
                <a:spcPts val="0"/>
              </a:spcAft>
              <a:buClr>
                <a:schemeClr val="accent1"/>
              </a:buClr>
              <a:buSzPts val="1200"/>
              <a:buFont typeface="Noto Sans Symbols"/>
              <a:buChar char="🠶"/>
              <a:defRPr b="0" i="0" sz="1200" u="none" cap="none" strike="noStrike">
                <a:solidFill>
                  <a:srgbClr val="3F3F3F"/>
                </a:solidFill>
                <a:latin typeface="Century Gothic"/>
                <a:ea typeface="Century Gothic"/>
                <a:cs typeface="Century Gothic"/>
                <a:sym typeface="Century Gothic"/>
              </a:defRPr>
            </a:lvl6pPr>
            <a:lvl7pPr indent="-304800" lvl="6" marL="3200400" marR="0" rtl="0" algn="l">
              <a:spcBef>
                <a:spcPts val="1000"/>
              </a:spcBef>
              <a:spcAft>
                <a:spcPts val="0"/>
              </a:spcAft>
              <a:buClr>
                <a:schemeClr val="accent1"/>
              </a:buClr>
              <a:buSzPts val="1200"/>
              <a:buFont typeface="Noto Sans Symbols"/>
              <a:buChar char="🠶"/>
              <a:defRPr b="0" i="0" sz="1200" u="none" cap="none" strike="noStrike">
                <a:solidFill>
                  <a:srgbClr val="3F3F3F"/>
                </a:solidFill>
                <a:latin typeface="Century Gothic"/>
                <a:ea typeface="Century Gothic"/>
                <a:cs typeface="Century Gothic"/>
                <a:sym typeface="Century Gothic"/>
              </a:defRPr>
            </a:lvl7pPr>
            <a:lvl8pPr indent="-304800" lvl="7" marL="3657600" marR="0" rtl="0" algn="l">
              <a:spcBef>
                <a:spcPts val="1000"/>
              </a:spcBef>
              <a:spcAft>
                <a:spcPts val="0"/>
              </a:spcAft>
              <a:buClr>
                <a:schemeClr val="accent1"/>
              </a:buClr>
              <a:buSzPts val="1200"/>
              <a:buFont typeface="Noto Sans Symbols"/>
              <a:buChar char="🠶"/>
              <a:defRPr b="0" i="0" sz="1200" u="none" cap="none" strike="noStrike">
                <a:solidFill>
                  <a:srgbClr val="3F3F3F"/>
                </a:solidFill>
                <a:latin typeface="Century Gothic"/>
                <a:ea typeface="Century Gothic"/>
                <a:cs typeface="Century Gothic"/>
                <a:sym typeface="Century Gothic"/>
              </a:defRPr>
            </a:lvl8pPr>
            <a:lvl9pPr indent="-304800" lvl="8" marL="4114800" marR="0" rtl="0" algn="l">
              <a:spcBef>
                <a:spcPts val="1000"/>
              </a:spcBef>
              <a:spcAft>
                <a:spcPts val="0"/>
              </a:spcAft>
              <a:buClr>
                <a:schemeClr val="accent1"/>
              </a:buClr>
              <a:buSzPts val="1200"/>
              <a:buFont typeface="Noto Sans Symbols"/>
              <a:buChar char="🠶"/>
              <a:defRPr b="0" i="0" sz="1200" u="none" cap="none" strike="noStrike">
                <a:solidFill>
                  <a:srgbClr val="3F3F3F"/>
                </a:solidFill>
                <a:latin typeface="Century Gothic"/>
                <a:ea typeface="Century Gothic"/>
                <a:cs typeface="Century Gothic"/>
                <a:sym typeface="Century Gothic"/>
              </a:defRPr>
            </a:lvl9pPr>
          </a:lstStyle>
          <a:p/>
        </p:txBody>
      </p:sp>
      <p:sp>
        <p:nvSpPr>
          <p:cNvPr id="35" name="Google Shape;35;p10"/>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900" u="none" cap="none" strike="noStrike">
                <a:solidFill>
                  <a:srgbClr val="888888"/>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36" name="Google Shape;36;p10"/>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888888"/>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37" name="Google Shape;37;p10"/>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2000" u="none" cap="none" strike="noStrike">
                <a:solidFill>
                  <a:srgbClr val="FEFFFF"/>
                </a:solidFill>
                <a:latin typeface="Century Gothic"/>
                <a:ea typeface="Century Gothic"/>
                <a:cs typeface="Century Gothic"/>
                <a:sym typeface="Century Gothic"/>
              </a:defRPr>
            </a:lvl1pPr>
            <a:lvl2pPr indent="0" lvl="1" marL="0" marR="0" rtl="0" algn="r">
              <a:spcBef>
                <a:spcPts val="0"/>
              </a:spcBef>
              <a:buNone/>
              <a:defRPr b="0" i="0" sz="2000" u="none" cap="none" strike="noStrike">
                <a:solidFill>
                  <a:srgbClr val="FEFFFF"/>
                </a:solidFill>
                <a:latin typeface="Century Gothic"/>
                <a:ea typeface="Century Gothic"/>
                <a:cs typeface="Century Gothic"/>
                <a:sym typeface="Century Gothic"/>
              </a:defRPr>
            </a:lvl2pPr>
            <a:lvl3pPr indent="0" lvl="2" marL="0" marR="0" rtl="0" algn="r">
              <a:spcBef>
                <a:spcPts val="0"/>
              </a:spcBef>
              <a:buNone/>
              <a:defRPr b="0" i="0" sz="2000" u="none" cap="none" strike="noStrike">
                <a:solidFill>
                  <a:srgbClr val="FEFFFF"/>
                </a:solidFill>
                <a:latin typeface="Century Gothic"/>
                <a:ea typeface="Century Gothic"/>
                <a:cs typeface="Century Gothic"/>
                <a:sym typeface="Century Gothic"/>
              </a:defRPr>
            </a:lvl3pPr>
            <a:lvl4pPr indent="0" lvl="3" marL="0" marR="0" rtl="0" algn="r">
              <a:spcBef>
                <a:spcPts val="0"/>
              </a:spcBef>
              <a:buNone/>
              <a:defRPr b="0" i="0" sz="2000" u="none" cap="none" strike="noStrike">
                <a:solidFill>
                  <a:srgbClr val="FEFFFF"/>
                </a:solidFill>
                <a:latin typeface="Century Gothic"/>
                <a:ea typeface="Century Gothic"/>
                <a:cs typeface="Century Gothic"/>
                <a:sym typeface="Century Gothic"/>
              </a:defRPr>
            </a:lvl4pPr>
            <a:lvl5pPr indent="0" lvl="4" marL="0" marR="0" rtl="0" algn="r">
              <a:spcBef>
                <a:spcPts val="0"/>
              </a:spcBef>
              <a:buNone/>
              <a:defRPr b="0" i="0" sz="2000" u="none" cap="none" strike="noStrike">
                <a:solidFill>
                  <a:srgbClr val="FEFFFF"/>
                </a:solidFill>
                <a:latin typeface="Century Gothic"/>
                <a:ea typeface="Century Gothic"/>
                <a:cs typeface="Century Gothic"/>
                <a:sym typeface="Century Gothic"/>
              </a:defRPr>
            </a:lvl5pPr>
            <a:lvl6pPr indent="0" lvl="5" marL="0" marR="0" rtl="0" algn="r">
              <a:spcBef>
                <a:spcPts val="0"/>
              </a:spcBef>
              <a:buNone/>
              <a:defRPr b="0" i="0" sz="2000" u="none" cap="none" strike="noStrike">
                <a:solidFill>
                  <a:srgbClr val="FEFFFF"/>
                </a:solidFill>
                <a:latin typeface="Century Gothic"/>
                <a:ea typeface="Century Gothic"/>
                <a:cs typeface="Century Gothic"/>
                <a:sym typeface="Century Gothic"/>
              </a:defRPr>
            </a:lvl6pPr>
            <a:lvl7pPr indent="0" lvl="6" marL="0" marR="0" rtl="0" algn="r">
              <a:spcBef>
                <a:spcPts val="0"/>
              </a:spcBef>
              <a:buNone/>
              <a:defRPr b="0" i="0" sz="2000" u="none" cap="none" strike="noStrike">
                <a:solidFill>
                  <a:srgbClr val="FEFFFF"/>
                </a:solidFill>
                <a:latin typeface="Century Gothic"/>
                <a:ea typeface="Century Gothic"/>
                <a:cs typeface="Century Gothic"/>
                <a:sym typeface="Century Gothic"/>
              </a:defRPr>
            </a:lvl7pPr>
            <a:lvl8pPr indent="0" lvl="7" marL="0" marR="0" rtl="0" algn="r">
              <a:spcBef>
                <a:spcPts val="0"/>
              </a:spcBef>
              <a:buNone/>
              <a:defRPr b="0" i="0" sz="2000" u="none" cap="none" strike="noStrike">
                <a:solidFill>
                  <a:srgbClr val="FEFFFF"/>
                </a:solidFill>
                <a:latin typeface="Century Gothic"/>
                <a:ea typeface="Century Gothic"/>
                <a:cs typeface="Century Gothic"/>
                <a:sym typeface="Century Gothic"/>
              </a:defRPr>
            </a:lvl8pPr>
            <a:lvl9pPr indent="0" lvl="8" marL="0" marR="0" rtl="0" algn="r">
              <a:spcBef>
                <a:spcPts val="0"/>
              </a:spcBef>
              <a:buNone/>
              <a:defRPr b="0" i="0" sz="2000" u="none" cap="none" strike="noStrike">
                <a:solidFill>
                  <a:srgbClr val="FEFFFF"/>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
          <p:cNvSpPr txBox="1"/>
          <p:nvPr>
            <p:ph type="ctrTitle"/>
          </p:nvPr>
        </p:nvSpPr>
        <p:spPr>
          <a:xfrm>
            <a:off x="2589213" y="2514600"/>
            <a:ext cx="8915399" cy="2262781"/>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262626"/>
              </a:buClr>
              <a:buSzPts val="5400"/>
              <a:buFont typeface="Century Gothic"/>
              <a:buNone/>
            </a:pPr>
            <a:r>
              <a:rPr lang="en-GB"/>
              <a:t>CSE 3105</a:t>
            </a:r>
            <a:br>
              <a:rPr lang="en-GB"/>
            </a:br>
            <a:r>
              <a:rPr lang="en-GB"/>
              <a:t>Software Engineering</a:t>
            </a:r>
            <a:endParaRPr/>
          </a:p>
        </p:txBody>
      </p:sp>
      <p:sp>
        <p:nvSpPr>
          <p:cNvPr id="165" name="Google Shape;165;p1"/>
          <p:cNvSpPr txBox="1"/>
          <p:nvPr>
            <p:ph idx="1" type="subTitle"/>
          </p:nvPr>
        </p:nvSpPr>
        <p:spPr>
          <a:xfrm>
            <a:off x="2589213" y="4777379"/>
            <a:ext cx="8915399" cy="112628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80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rPr lang="en-GB"/>
              <a:t>Melding the Product and the Process</a:t>
            </a:r>
            <a:endParaRPr/>
          </a:p>
        </p:txBody>
      </p:sp>
      <p:sp>
        <p:nvSpPr>
          <p:cNvPr id="171" name="Google Shape;171;p2"/>
          <p:cNvSpPr txBox="1"/>
          <p:nvPr>
            <p:ph idx="1" type="body"/>
          </p:nvPr>
        </p:nvSpPr>
        <p:spPr>
          <a:xfrm>
            <a:off x="2592925" y="1754459"/>
            <a:ext cx="8915400" cy="3777622"/>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000"/>
              <a:buChar char="🠶"/>
            </a:pPr>
            <a:r>
              <a:rPr lang="en-GB" sz="2000"/>
              <a:t>Customer communication—tasks required to establish effective requirements elicitation between developer and customer. </a:t>
            </a:r>
            <a:endParaRPr/>
          </a:p>
          <a:p>
            <a:pPr indent="-342900" lvl="0" marL="342900" rtl="0" algn="l">
              <a:spcBef>
                <a:spcPts val="1000"/>
              </a:spcBef>
              <a:spcAft>
                <a:spcPts val="0"/>
              </a:spcAft>
              <a:buSzPts val="2000"/>
              <a:buChar char="🠶"/>
            </a:pPr>
            <a:r>
              <a:rPr lang="en-GB" sz="2000"/>
              <a:t>Planning—tasks required to define resources, timelines, and other project- related information. </a:t>
            </a:r>
            <a:endParaRPr/>
          </a:p>
          <a:p>
            <a:pPr indent="-342900" lvl="0" marL="342900" rtl="0" algn="l">
              <a:spcBef>
                <a:spcPts val="1000"/>
              </a:spcBef>
              <a:spcAft>
                <a:spcPts val="0"/>
              </a:spcAft>
              <a:buSzPts val="2000"/>
              <a:buChar char="🠶"/>
            </a:pPr>
            <a:r>
              <a:rPr lang="en-GB" sz="2000"/>
              <a:t>Risk analysis—tasks required to assess both technical and management risks. </a:t>
            </a:r>
            <a:endParaRPr/>
          </a:p>
          <a:p>
            <a:pPr indent="-342900" lvl="0" marL="342900" rtl="0" algn="l">
              <a:spcBef>
                <a:spcPts val="1000"/>
              </a:spcBef>
              <a:spcAft>
                <a:spcPts val="0"/>
              </a:spcAft>
              <a:buSzPts val="2000"/>
              <a:buChar char="🠶"/>
            </a:pPr>
            <a:r>
              <a:rPr lang="en-GB" sz="2000"/>
              <a:t>Engineering—tasks required to build one or more representations of the application. </a:t>
            </a:r>
            <a:endParaRPr/>
          </a:p>
          <a:p>
            <a:pPr indent="-342900" lvl="0" marL="342900" rtl="0" algn="l">
              <a:spcBef>
                <a:spcPts val="1000"/>
              </a:spcBef>
              <a:spcAft>
                <a:spcPts val="0"/>
              </a:spcAft>
              <a:buSzPts val="2000"/>
              <a:buChar char="🠶"/>
            </a:pPr>
            <a:r>
              <a:rPr lang="en-GB" sz="2000"/>
              <a:t>Construction and release—tasks required to construct, test, install, and pro- vide user support (e.g., documentation and training). </a:t>
            </a:r>
            <a:endParaRPr/>
          </a:p>
          <a:p>
            <a:pPr indent="-342900" lvl="0" marL="342900" rtl="0" algn="l">
              <a:spcBef>
                <a:spcPts val="1000"/>
              </a:spcBef>
              <a:spcAft>
                <a:spcPts val="0"/>
              </a:spcAft>
              <a:buSzPts val="2000"/>
              <a:buChar char="🠶"/>
            </a:pPr>
            <a:r>
              <a:rPr lang="en-GB" sz="2000"/>
              <a:t>Customer evaluation—tasks required to obtain customer feedback based on evaluation of the software representations created during the engineering activity and implemented during the construction activity.</a:t>
            </a:r>
            <a:endParaRPr sz="20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3"/>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t/>
            </a:r>
            <a:endParaRPr/>
          </a:p>
        </p:txBody>
      </p:sp>
      <p:pic>
        <p:nvPicPr>
          <p:cNvPr id="177" name="Google Shape;177;p3"/>
          <p:cNvPicPr preferRelativeResize="0"/>
          <p:nvPr>
            <p:ph idx="1" type="body"/>
          </p:nvPr>
        </p:nvPicPr>
        <p:blipFill rotWithShape="1">
          <a:blip r:embed="rId3">
            <a:alphaModFix/>
          </a:blip>
          <a:srcRect b="0" l="0" r="0" t="0"/>
          <a:stretch/>
        </p:blipFill>
        <p:spPr>
          <a:xfrm>
            <a:off x="2592925" y="329936"/>
            <a:ext cx="9009960" cy="6198128"/>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4"/>
          <p:cNvSpPr txBox="1"/>
          <p:nvPr>
            <p:ph type="title"/>
          </p:nvPr>
        </p:nvSpPr>
        <p:spPr>
          <a:xfrm>
            <a:off x="1957305" y="454445"/>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rPr lang="en-GB"/>
              <a:t>The Project</a:t>
            </a:r>
            <a:endParaRPr/>
          </a:p>
        </p:txBody>
      </p:sp>
      <p:sp>
        <p:nvSpPr>
          <p:cNvPr id="183" name="Google Shape;183;p4"/>
          <p:cNvSpPr txBox="1"/>
          <p:nvPr>
            <p:ph idx="1" type="body"/>
          </p:nvPr>
        </p:nvSpPr>
        <p:spPr>
          <a:xfrm>
            <a:off x="1953592" y="1811535"/>
            <a:ext cx="8915400" cy="45243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2400"/>
              <a:buNone/>
            </a:pPr>
            <a:r>
              <a:rPr lang="en-GB" sz="2400"/>
              <a:t>John Reel [REE99] defines ten signs that indicate that an information systems project is in jeopardy: </a:t>
            </a:r>
            <a:endParaRPr/>
          </a:p>
          <a:p>
            <a:pPr indent="-342900" lvl="0" marL="342900" rtl="0" algn="l">
              <a:spcBef>
                <a:spcPts val="1000"/>
              </a:spcBef>
              <a:spcAft>
                <a:spcPts val="0"/>
              </a:spcAft>
              <a:buSzPts val="2400"/>
              <a:buFont typeface="Century Gothic"/>
              <a:buAutoNum type="arabicPeriod"/>
            </a:pPr>
            <a:r>
              <a:rPr lang="en-GB" sz="2400"/>
              <a:t>Software people don’t understand their customer’s needs. </a:t>
            </a:r>
            <a:endParaRPr/>
          </a:p>
          <a:p>
            <a:pPr indent="-342900" lvl="0" marL="342900" rtl="0" algn="l">
              <a:spcBef>
                <a:spcPts val="1000"/>
              </a:spcBef>
              <a:spcAft>
                <a:spcPts val="0"/>
              </a:spcAft>
              <a:buSzPts val="2400"/>
              <a:buFont typeface="Century Gothic"/>
              <a:buAutoNum type="arabicPeriod"/>
            </a:pPr>
            <a:r>
              <a:rPr lang="en-GB" sz="2400"/>
              <a:t>The product scope is poorly defined. </a:t>
            </a:r>
            <a:endParaRPr/>
          </a:p>
          <a:p>
            <a:pPr indent="-342900" lvl="0" marL="342900" rtl="0" algn="l">
              <a:spcBef>
                <a:spcPts val="1000"/>
              </a:spcBef>
              <a:spcAft>
                <a:spcPts val="0"/>
              </a:spcAft>
              <a:buSzPts val="2400"/>
              <a:buFont typeface="Century Gothic"/>
              <a:buAutoNum type="arabicPeriod"/>
            </a:pPr>
            <a:r>
              <a:rPr lang="en-GB" sz="2400"/>
              <a:t>Changes are managed poorly.</a:t>
            </a:r>
            <a:endParaRPr/>
          </a:p>
          <a:p>
            <a:pPr indent="-342900" lvl="0" marL="342900" rtl="0" algn="l">
              <a:spcBef>
                <a:spcPts val="1000"/>
              </a:spcBef>
              <a:spcAft>
                <a:spcPts val="0"/>
              </a:spcAft>
              <a:buSzPts val="2400"/>
              <a:buFont typeface="Century Gothic"/>
              <a:buAutoNum type="arabicPeriod"/>
            </a:pPr>
            <a:r>
              <a:rPr lang="en-GB" sz="2400"/>
              <a:t>The chosen technology changes. </a:t>
            </a:r>
            <a:endParaRPr/>
          </a:p>
          <a:p>
            <a:pPr indent="-342900" lvl="0" marL="342900" rtl="0" algn="l">
              <a:spcBef>
                <a:spcPts val="1000"/>
              </a:spcBef>
              <a:spcAft>
                <a:spcPts val="0"/>
              </a:spcAft>
              <a:buSzPts val="2400"/>
              <a:buFont typeface="Century Gothic"/>
              <a:buAutoNum type="arabicPeriod"/>
            </a:pPr>
            <a:r>
              <a:rPr lang="en-GB" sz="2400"/>
              <a:t>Business needs change [or are ill-defined]. </a:t>
            </a:r>
            <a:endParaRPr/>
          </a:p>
          <a:p>
            <a:pPr indent="-342900" lvl="0" marL="342900" rtl="0" algn="l">
              <a:spcBef>
                <a:spcPts val="1000"/>
              </a:spcBef>
              <a:spcAft>
                <a:spcPts val="0"/>
              </a:spcAft>
              <a:buSzPts val="2400"/>
              <a:buFont typeface="Century Gothic"/>
              <a:buAutoNum type="arabicPeriod"/>
            </a:pPr>
            <a:r>
              <a:rPr lang="en-GB" sz="2400"/>
              <a:t>Deadlines are unrealistic.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5"/>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t/>
            </a:r>
            <a:endParaRPr/>
          </a:p>
        </p:txBody>
      </p:sp>
      <p:sp>
        <p:nvSpPr>
          <p:cNvPr id="189" name="Google Shape;189;p5"/>
          <p:cNvSpPr txBox="1"/>
          <p:nvPr>
            <p:ph idx="1" type="body"/>
          </p:nvPr>
        </p:nvSpPr>
        <p:spPr>
          <a:xfrm>
            <a:off x="2589212" y="2133600"/>
            <a:ext cx="8915400" cy="3777622"/>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400"/>
              <a:buFont typeface="Century Gothic"/>
              <a:buAutoNum type="arabicPeriod" startAt="7"/>
            </a:pPr>
            <a:r>
              <a:rPr lang="en-GB" sz="2400"/>
              <a:t>Users are resistant. </a:t>
            </a:r>
            <a:endParaRPr/>
          </a:p>
          <a:p>
            <a:pPr indent="-342900" lvl="0" marL="342900" rtl="0" algn="l">
              <a:spcBef>
                <a:spcPts val="1000"/>
              </a:spcBef>
              <a:spcAft>
                <a:spcPts val="0"/>
              </a:spcAft>
              <a:buSzPts val="2400"/>
              <a:buFont typeface="Century Gothic"/>
              <a:buAutoNum type="arabicPeriod" startAt="7"/>
            </a:pPr>
            <a:r>
              <a:rPr lang="en-GB" sz="2400"/>
              <a:t>Sponsorship is lost [or was never properly obtained]. </a:t>
            </a:r>
            <a:endParaRPr/>
          </a:p>
          <a:p>
            <a:pPr indent="-342900" lvl="0" marL="342900" rtl="0" algn="l">
              <a:spcBef>
                <a:spcPts val="1000"/>
              </a:spcBef>
              <a:spcAft>
                <a:spcPts val="0"/>
              </a:spcAft>
              <a:buSzPts val="2400"/>
              <a:buFont typeface="Century Gothic"/>
              <a:buAutoNum type="arabicPeriod" startAt="7"/>
            </a:pPr>
            <a:r>
              <a:rPr lang="en-GB" sz="2400"/>
              <a:t>The project team lacks people with appropriate skills. </a:t>
            </a:r>
            <a:endParaRPr/>
          </a:p>
          <a:p>
            <a:pPr indent="-342900" lvl="0" marL="342900" rtl="0" algn="l">
              <a:spcBef>
                <a:spcPts val="1000"/>
              </a:spcBef>
              <a:spcAft>
                <a:spcPts val="0"/>
              </a:spcAft>
              <a:buSzPts val="2400"/>
              <a:buFont typeface="Century Gothic"/>
              <a:buAutoNum type="arabicPeriod" startAt="7"/>
            </a:pPr>
            <a:r>
              <a:rPr lang="en-GB" sz="2400"/>
              <a:t>Managers [and practitioners] avoid best practices and lessons learned.</a:t>
            </a:r>
            <a:endParaRPr sz="2400"/>
          </a:p>
          <a:p>
            <a:pPr indent="-190500" lvl="0" marL="342900" rtl="0" algn="l">
              <a:spcBef>
                <a:spcPts val="1000"/>
              </a:spcBef>
              <a:spcAft>
                <a:spcPts val="0"/>
              </a:spcAft>
              <a:buSzPts val="2400"/>
              <a:buNone/>
            </a:pPr>
            <a:r>
              <a:t/>
            </a:r>
            <a:endParaRPr sz="2400"/>
          </a:p>
          <a:p>
            <a:pPr indent="-190500" lvl="0" marL="342900" rtl="0" algn="l">
              <a:spcBef>
                <a:spcPts val="1000"/>
              </a:spcBef>
              <a:spcAft>
                <a:spcPts val="0"/>
              </a:spcAft>
              <a:buSzPts val="2400"/>
              <a:buFont typeface="Century Gothic"/>
              <a:buNone/>
            </a:pPr>
            <a:r>
              <a:t/>
            </a:r>
            <a:endParaRPr sz="24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6"/>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rPr lang="en-GB"/>
              <a:t>The Project</a:t>
            </a:r>
            <a:endParaRPr/>
          </a:p>
        </p:txBody>
      </p:sp>
      <p:sp>
        <p:nvSpPr>
          <p:cNvPr id="195" name="Google Shape;195;p6"/>
          <p:cNvSpPr txBox="1"/>
          <p:nvPr>
            <p:ph idx="1" type="body"/>
          </p:nvPr>
        </p:nvSpPr>
        <p:spPr>
          <a:xfrm>
            <a:off x="2589212" y="2133600"/>
            <a:ext cx="8915400" cy="3777622"/>
          </a:xfrm>
          <a:prstGeom prst="rect">
            <a:avLst/>
          </a:prstGeom>
          <a:noFill/>
          <a:ln>
            <a:noFill/>
          </a:ln>
        </p:spPr>
        <p:txBody>
          <a:bodyPr anchorCtr="0" anchor="t" bIns="45700" lIns="91425" spcFirstLastPara="1" rIns="91425" wrap="square" tIns="45700">
            <a:normAutofit fontScale="77500" lnSpcReduction="20000"/>
          </a:bodyPr>
          <a:lstStyle/>
          <a:p>
            <a:pPr indent="0" lvl="0" marL="0" rtl="0" algn="l">
              <a:spcBef>
                <a:spcPts val="0"/>
              </a:spcBef>
              <a:spcAft>
                <a:spcPts val="0"/>
              </a:spcAft>
              <a:buSzPct val="100000"/>
              <a:buNone/>
            </a:pPr>
            <a:r>
              <a:rPr lang="en-GB" sz="2400"/>
              <a:t>Reel [REE99] suggests a five-part commonsense approach to software projects:</a:t>
            </a:r>
            <a:endParaRPr/>
          </a:p>
          <a:p>
            <a:pPr indent="-342931" lvl="0" marL="342900" rtl="0" algn="l">
              <a:spcBef>
                <a:spcPts val="1000"/>
              </a:spcBef>
              <a:spcAft>
                <a:spcPts val="0"/>
              </a:spcAft>
              <a:buSzPct val="100000"/>
              <a:buFont typeface="Century Gothic"/>
              <a:buAutoNum type="arabicPeriod"/>
            </a:pPr>
            <a:r>
              <a:rPr lang="en-GB" sz="3100">
                <a:solidFill>
                  <a:srgbClr val="0070C0"/>
                </a:solidFill>
              </a:rPr>
              <a:t>Start on the right foot. </a:t>
            </a:r>
            <a:r>
              <a:rPr lang="en-GB" sz="2400"/>
              <a:t>This is accomplished by working hard (very hard) to understand the problem that is to be solved and then setting realistic objects and expectations for everyone who will be involved in the project. It is reinforced by building the right team (Section 3.2.3) and giving the team the autonomy, authority, and technology needed to do the job. </a:t>
            </a:r>
            <a:endParaRPr/>
          </a:p>
          <a:p>
            <a:pPr indent="-342900" lvl="0" marL="342900" rtl="0" algn="l">
              <a:spcBef>
                <a:spcPts val="1000"/>
              </a:spcBef>
              <a:spcAft>
                <a:spcPts val="0"/>
              </a:spcAft>
              <a:buSzPct val="100000"/>
              <a:buFont typeface="Century Gothic"/>
              <a:buAutoNum type="arabicPeriod"/>
            </a:pPr>
            <a:r>
              <a:rPr lang="en-GB" sz="2800">
                <a:solidFill>
                  <a:srgbClr val="0070C0"/>
                </a:solidFill>
              </a:rPr>
              <a:t>Maintain momentum. </a:t>
            </a:r>
            <a:r>
              <a:rPr lang="en-GB" sz="2400"/>
              <a:t>Many projects get off to a good start and then slowly disintegrate. To maintain momentum, the project manager must provide incentives to keep turnover of personnel to an absolute minimum, the team should emphasize quality in every task it performs, and senior management should do everything possible to stay out of the team’s way. </a:t>
            </a:r>
            <a:endParaRPr sz="24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7"/>
          <p:cNvSpPr txBox="1"/>
          <p:nvPr>
            <p:ph idx="1" type="body"/>
          </p:nvPr>
        </p:nvSpPr>
        <p:spPr>
          <a:xfrm>
            <a:off x="2589212" y="519289"/>
            <a:ext cx="8915400" cy="6005689"/>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400"/>
              <a:buFont typeface="Century Gothic"/>
              <a:buAutoNum type="arabicPeriod" startAt="3"/>
            </a:pPr>
            <a:r>
              <a:rPr lang="en-GB" sz="2400">
                <a:solidFill>
                  <a:srgbClr val="0070C0"/>
                </a:solidFill>
              </a:rPr>
              <a:t>Track progress. </a:t>
            </a:r>
            <a:r>
              <a:rPr lang="en-GB" sz="1800"/>
              <a:t>For a software project, progress is tracked as work products (e.g., specifications, source code, sets of test cases) are produced and approved (using formal technical reviews) as part of a quality assurance activity. In addition, software process and project measures (Chapter 4) can be collected and used to assess progress against averages developed for the software development organization. </a:t>
            </a:r>
            <a:endParaRPr/>
          </a:p>
          <a:p>
            <a:pPr indent="-342900" lvl="0" marL="342900" rtl="0" algn="l">
              <a:spcBef>
                <a:spcPts val="1000"/>
              </a:spcBef>
              <a:spcAft>
                <a:spcPts val="0"/>
              </a:spcAft>
              <a:buSzPts val="2400"/>
              <a:buFont typeface="Century Gothic"/>
              <a:buAutoNum type="arabicPeriod" startAt="3"/>
            </a:pPr>
            <a:r>
              <a:rPr lang="en-GB" sz="2400">
                <a:solidFill>
                  <a:srgbClr val="0070C0"/>
                </a:solidFill>
              </a:rPr>
              <a:t>Make smart decisions. </a:t>
            </a:r>
            <a:r>
              <a:rPr lang="en-GB" sz="1800"/>
              <a:t>In essence, the decisions of the project manager and the software team should be to “keep it simple.” Whenever possible, decide to use commercial off-the-shelf software or existing software components, decide to avoid custom interfaces when standard approaches are available, decide to identify and then avoid obvious risks, and decide to allocate more time than you think is needed to complex or risky tasks (you’ll need every minute). </a:t>
            </a:r>
            <a:endParaRPr/>
          </a:p>
          <a:p>
            <a:pPr indent="-342900" lvl="0" marL="342900" rtl="0" algn="l">
              <a:spcBef>
                <a:spcPts val="1000"/>
              </a:spcBef>
              <a:spcAft>
                <a:spcPts val="0"/>
              </a:spcAft>
              <a:buSzPts val="2400"/>
              <a:buFont typeface="Century Gothic"/>
              <a:buAutoNum type="arabicPeriod" startAt="3"/>
            </a:pPr>
            <a:r>
              <a:rPr lang="en-GB" sz="2400">
                <a:solidFill>
                  <a:srgbClr val="0070C0"/>
                </a:solidFill>
              </a:rPr>
              <a:t>Conduct a post-mortem analysis. </a:t>
            </a:r>
            <a:r>
              <a:rPr lang="en-GB" sz="1800"/>
              <a:t>Establish a consistent mechanism for extracting lessons learned for each project. Evaluate the planned and actual schedules, collect and analyze software project metrics, get feedback from team members and customers, and record findings in written form.</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8"/>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rPr lang="en-GB"/>
              <a:t>W5HH Principle</a:t>
            </a:r>
            <a:endParaRPr/>
          </a:p>
        </p:txBody>
      </p:sp>
      <p:sp>
        <p:nvSpPr>
          <p:cNvPr id="206" name="Google Shape;206;p8"/>
          <p:cNvSpPr txBox="1"/>
          <p:nvPr>
            <p:ph idx="1" type="body"/>
          </p:nvPr>
        </p:nvSpPr>
        <p:spPr>
          <a:xfrm>
            <a:off x="2589212" y="2133600"/>
            <a:ext cx="8915400" cy="3777622"/>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400"/>
              <a:buChar char="🠶"/>
            </a:pPr>
            <a:r>
              <a:rPr lang="en-GB" sz="2400"/>
              <a:t>Why is the system being developed?</a:t>
            </a:r>
            <a:endParaRPr/>
          </a:p>
          <a:p>
            <a:pPr indent="-342900" lvl="0" marL="342900" rtl="0" algn="l">
              <a:spcBef>
                <a:spcPts val="1000"/>
              </a:spcBef>
              <a:spcAft>
                <a:spcPts val="0"/>
              </a:spcAft>
              <a:buSzPts val="2400"/>
              <a:buChar char="🠶"/>
            </a:pPr>
            <a:r>
              <a:rPr lang="en-GB" sz="2400"/>
              <a:t>What will be done, by when?</a:t>
            </a:r>
            <a:endParaRPr/>
          </a:p>
          <a:p>
            <a:pPr indent="-342900" lvl="0" marL="342900" rtl="0" algn="l">
              <a:spcBef>
                <a:spcPts val="1000"/>
              </a:spcBef>
              <a:spcAft>
                <a:spcPts val="0"/>
              </a:spcAft>
              <a:buSzPts val="2400"/>
              <a:buChar char="🠶"/>
            </a:pPr>
            <a:r>
              <a:rPr lang="en-GB" sz="2400"/>
              <a:t>Who is responsible for a function?</a:t>
            </a:r>
            <a:endParaRPr/>
          </a:p>
          <a:p>
            <a:pPr indent="-342900" lvl="0" marL="342900" rtl="0" algn="l">
              <a:spcBef>
                <a:spcPts val="1000"/>
              </a:spcBef>
              <a:spcAft>
                <a:spcPts val="0"/>
              </a:spcAft>
              <a:buSzPts val="2400"/>
              <a:buChar char="🠶"/>
            </a:pPr>
            <a:r>
              <a:rPr lang="en-GB" sz="2400"/>
              <a:t>Where are they organizationally located?</a:t>
            </a:r>
            <a:endParaRPr/>
          </a:p>
          <a:p>
            <a:pPr indent="-342900" lvl="0" marL="342900" rtl="0" algn="l">
              <a:spcBef>
                <a:spcPts val="1000"/>
              </a:spcBef>
              <a:spcAft>
                <a:spcPts val="0"/>
              </a:spcAft>
              <a:buSzPts val="2400"/>
              <a:buChar char="🠶"/>
            </a:pPr>
            <a:r>
              <a:rPr lang="en-GB" sz="2400"/>
              <a:t>How will the job be done technically and managerially?</a:t>
            </a:r>
            <a:endParaRPr/>
          </a:p>
          <a:p>
            <a:pPr indent="-342900" lvl="0" marL="342900" rtl="0" algn="l">
              <a:spcBef>
                <a:spcPts val="1000"/>
              </a:spcBef>
              <a:spcAft>
                <a:spcPts val="0"/>
              </a:spcAft>
              <a:buSzPts val="2400"/>
              <a:buChar char="🠶"/>
            </a:pPr>
            <a:r>
              <a:rPr lang="en-GB" sz="2400"/>
              <a:t>How much of each resource is needed?</a:t>
            </a:r>
            <a:endParaRPr sz="24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9"/>
          <p:cNvSpPr txBox="1"/>
          <p:nvPr>
            <p:ph type="title"/>
          </p:nvPr>
        </p:nvSpPr>
        <p:spPr>
          <a:xfrm>
            <a:off x="2589212" y="44123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t/>
            </a:r>
            <a:endParaRPr/>
          </a:p>
        </p:txBody>
      </p:sp>
      <p:sp>
        <p:nvSpPr>
          <p:cNvPr id="212" name="Google Shape;212;p9"/>
          <p:cNvSpPr txBox="1"/>
          <p:nvPr>
            <p:ph idx="1" type="body"/>
          </p:nvPr>
        </p:nvSpPr>
        <p:spPr>
          <a:xfrm>
            <a:off x="2589212" y="2133600"/>
            <a:ext cx="8915400" cy="3777622"/>
          </a:xfrm>
          <a:prstGeom prst="rect">
            <a:avLst/>
          </a:prstGeom>
          <a:noFill/>
          <a:ln>
            <a:noFill/>
          </a:ln>
        </p:spPr>
        <p:txBody>
          <a:bodyPr anchorCtr="0" anchor="t" bIns="45700" lIns="91425" spcFirstLastPara="1" rIns="91425" wrap="square" tIns="45700">
            <a:normAutofit/>
          </a:bodyPr>
          <a:lstStyle/>
          <a:p>
            <a:pPr indent="-228600" lvl="0" marL="342900" rtl="0" algn="l">
              <a:spcBef>
                <a:spcPts val="0"/>
              </a:spcBef>
              <a:spcAft>
                <a:spcPts val="0"/>
              </a:spcAft>
              <a:buSzPts val="1800"/>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Wisp">
  <a:themeElements>
    <a:clrScheme name="Wisp">
      <a:dk1>
        <a:srgbClr val="000000"/>
      </a:dk1>
      <a:lt1>
        <a:srgbClr val="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2023-03-18T00:53:59Z</dcterms:created>
  <dc:creator>Suhrid Shakhar Ghosh</dc:creator>
</cp:coreProperties>
</file>