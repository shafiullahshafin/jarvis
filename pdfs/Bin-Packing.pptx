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0" r:id="rId1"/>
  </p:sldMasterIdLst>
  <p:notesMasterIdLst>
    <p:notesMasterId r:id="rId12"/>
  </p:notesMasterIdLst>
  <p:handoutMasterIdLst>
    <p:handoutMasterId r:id="rId13"/>
  </p:handoutMasterIdLst>
  <p:sldIdLst>
    <p:sldId id="322" r:id="rId2"/>
    <p:sldId id="324" r:id="rId3"/>
    <p:sldId id="323" r:id="rId4"/>
    <p:sldId id="325" r:id="rId5"/>
    <p:sldId id="321" r:id="rId6"/>
    <p:sldId id="307" r:id="rId7"/>
    <p:sldId id="308" r:id="rId8"/>
    <p:sldId id="310" r:id="rId9"/>
    <p:sldId id="326" r:id="rId10"/>
    <p:sldId id="319" r:id="rId11"/>
  </p:sldIdLst>
  <p:sldSz cx="9144000" cy="6858000" type="screen4x3"/>
  <p:notesSz cx="6858000" cy="9144000"/>
  <p:defaultTextStyle>
    <a:defPPr>
      <a:defRPr lang="zh-TW"/>
    </a:defPPr>
    <a:lvl1pPr algn="l" rtl="0" fontAlgn="base">
      <a:lnSpc>
        <a:spcPct val="90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PMingLiU" panose="02020500000000000000" pitchFamily="18" charset="-120"/>
        <a:cs typeface="+mn-cs"/>
      </a:defRPr>
    </a:lvl1pPr>
    <a:lvl2pPr marL="457200" algn="l" rtl="0" fontAlgn="base">
      <a:lnSpc>
        <a:spcPct val="90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PMingLiU" panose="02020500000000000000" pitchFamily="18" charset="-120"/>
        <a:cs typeface="+mn-cs"/>
      </a:defRPr>
    </a:lvl2pPr>
    <a:lvl3pPr marL="914400" algn="l" rtl="0" fontAlgn="base">
      <a:lnSpc>
        <a:spcPct val="90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PMingLiU" panose="02020500000000000000" pitchFamily="18" charset="-120"/>
        <a:cs typeface="+mn-cs"/>
      </a:defRPr>
    </a:lvl3pPr>
    <a:lvl4pPr marL="1371600" algn="l" rtl="0" fontAlgn="base">
      <a:lnSpc>
        <a:spcPct val="90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PMingLiU" panose="02020500000000000000" pitchFamily="18" charset="-120"/>
        <a:cs typeface="+mn-cs"/>
      </a:defRPr>
    </a:lvl4pPr>
    <a:lvl5pPr marL="1828800" algn="l" rtl="0" fontAlgn="base">
      <a:lnSpc>
        <a:spcPct val="90000"/>
      </a:lnSpc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PMingLiU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PMingLiU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PMingLiU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PMingLiU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PMingLiU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558" autoAdjust="0"/>
  </p:normalViewPr>
  <p:slideViewPr>
    <p:cSldViewPr snapToObjects="1">
      <p:cViewPr varScale="1">
        <p:scale>
          <a:sx n="121" d="100"/>
          <a:sy n="121" d="100"/>
        </p:scale>
        <p:origin x="1376" y="168"/>
      </p:cViewPr>
      <p:guideLst>
        <p:guide orient="horz" pos="2016"/>
        <p:guide pos="216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8" d="100"/>
          <a:sy n="58" d="100"/>
        </p:scale>
        <p:origin x="-1764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D9E0C7E0-F372-13B1-45A7-3A5D1E3B98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56149E08-E99F-747F-DC92-EFAC4EEFADA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2C8310A5-FA94-74B6-0054-67F0445CF30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7802BE8F-1E39-B748-1367-F4AC740E14E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6D8C207-3319-3E4F-87F3-FFC6796BB0BA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1F01835-D80B-D359-7A7B-E8863062DA4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8A0E6ED-A7B3-3AF3-E11A-1E8D8CA146F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13617EA3-56D8-40C9-F480-C285B64B341E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9DB1724-A506-6E45-6A6B-AFD165AE1AE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54183E3D-1059-3987-432E-347E831A05C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C0EFD7AD-3E18-5FCB-6852-430FA5FB0F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200"/>
            </a:lvl1pPr>
          </a:lstStyle>
          <a:p>
            <a:fld id="{602DE573-F1FE-4E46-A787-EB92916505D0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BEFBAEED-B0D2-EA6E-C484-5900E25B18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/>
            <a:fld id="{EE2E11A5-697B-B747-9D92-229C910D9E09}" type="slidenum">
              <a:rPr lang="en-US" altLang="zh-TW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F1AFD49-1759-5621-F0EE-8F8419D839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670B0858-C0FE-3928-6B32-237A57195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BD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B829A9DB-8E6A-493A-8005-F7C9F56C5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/>
            <a:fld id="{3072D6F3-178E-5F4E-BAC3-B45A96FB4A82}" type="slidenum">
              <a:rPr lang="en-US" altLang="zh-TW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44EBBF60-3F88-60B3-CA8E-75645C8CF27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BD0BC58A-B48A-90E1-978F-47B9F482C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BD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9289AEF3-F284-2B80-A1F3-2727DCA588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/>
            <a:fld id="{5EE56608-F09E-4D46-812B-309A346B3B38}" type="slidenum">
              <a:rPr lang="en-US" altLang="zh-TW" sz="1200"/>
              <a:pPr eaLnBrk="1" hangingPunct="1"/>
              <a:t>3</a:t>
            </a:fld>
            <a:endParaRPr lang="en-US" altLang="zh-TW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A5A1C758-ABB4-499D-CD8F-966C4B16073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AB748297-7CB1-7D89-7357-1414E1CB7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BD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87207BDF-ACF4-42E4-C5B4-9115B13B26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/>
            <a:fld id="{36F42A4D-E906-3143-9D73-C20447DE966F}" type="slidenum">
              <a:rPr lang="en-US" altLang="zh-TW" sz="1200"/>
              <a:pPr eaLnBrk="1" hangingPunct="1"/>
              <a:t>4</a:t>
            </a:fld>
            <a:endParaRPr lang="en-US" altLang="zh-TW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4A159D8-0865-884E-F370-7934D7AEFCD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95E9562-3732-B54B-D4C3-C03EBDB86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BD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241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789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662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036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8913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947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28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851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145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0009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804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燈塔">
            <a:extLst>
              <a:ext uri="{FF2B5EF4-FFF2-40B4-BE49-F238E27FC236}">
                <a16:creationId xmlns:a16="http://schemas.microsoft.com/office/drawing/2014/main" id="{627110B9-8A6B-3B50-A098-BF621B1276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Line 3">
            <a:extLst>
              <a:ext uri="{FF2B5EF4-FFF2-40B4-BE49-F238E27FC236}">
                <a16:creationId xmlns:a16="http://schemas.microsoft.com/office/drawing/2014/main" id="{D0A55CD4-C402-6350-6BE3-D81A72C5D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1295400"/>
            <a:ext cx="5715000" cy="0"/>
          </a:xfrm>
          <a:prstGeom prst="line">
            <a:avLst/>
          </a:prstGeom>
          <a:noFill/>
          <a:ln w="57150">
            <a:solidFill>
              <a:srgbClr val="FFFF66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83F33F5B-3570-F5DB-7137-B5CF6B197F4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47800" y="457200"/>
            <a:ext cx="7162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3600">
              <a:solidFill>
                <a:srgbClr val="FFFF0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PMingLiU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PMingLiU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PMingLiU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PMingLiU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PMingLiU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PMingLiU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PMingLiU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F33820C-0D5F-0189-2CD7-C219763D8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0563" y="457200"/>
            <a:ext cx="5532437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Bin Packing (1-D)</a:t>
            </a:r>
            <a:endParaRPr lang="en-US" altLang="zh-TW" sz="4000" b="1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A2ADD84-152C-5D21-C2CD-B47177EA60A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722438"/>
            <a:ext cx="7696200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>
              <a:buFontTx/>
              <a:buNone/>
            </a:pPr>
            <a:endParaRPr lang="en-US" altLang="zh-TW" sz="2400" b="1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Fittings things neatly and efficiently inside a large container</a:t>
            </a:r>
          </a:p>
          <a:p>
            <a:pPr lvl="1" eaLnBrk="1" hangingPunct="1">
              <a:buFontTx/>
              <a:buNone/>
            </a:pPr>
            <a:endParaRPr lang="en-US" altLang="zh-TW" sz="2400" b="1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Example: </a:t>
            </a: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Groups 3, 1, 6, 4, 5, 2 of people need to fit into a minibus of capacity of 7 but must stay together in their groups.</a:t>
            </a:r>
          </a:p>
          <a:p>
            <a:pPr lvl="1" eaLnBrk="1" hangingPunct="1">
              <a:buFontTx/>
              <a:buNone/>
            </a:pPr>
            <a:endParaRPr lang="en-US" altLang="zh-TW" sz="2400" b="1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Find the no of minibuses to pack them efficiently so that each group stays 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E1144C4-4385-8155-B158-5D57A1808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0563" y="457200"/>
            <a:ext cx="5532437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Bin Packing (1-D)</a:t>
            </a:r>
            <a:endParaRPr lang="en-US" altLang="zh-TW" sz="4000" b="1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61CCB1C2-8FEE-906F-7721-820610E0A84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33400" y="1722438"/>
            <a:ext cx="8458200" cy="45259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lvl="1" eaLnBrk="1" hangingPunct="1">
              <a:buFontTx/>
              <a:buNone/>
              <a:defRPr/>
            </a:pPr>
            <a:endParaRPr lang="en-US" altLang="zh-TW" sz="2400" b="1" dirty="0">
              <a:solidFill>
                <a:srgbClr val="FFFF00"/>
              </a:solidFill>
              <a:latin typeface="Arial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TW" sz="2400" b="1" dirty="0">
                <a:solidFill>
                  <a:srgbClr val="FFFF00"/>
                </a:solidFill>
                <a:latin typeface="Arial" charset="0"/>
              </a:rPr>
              <a:t>Four things need to know.</a:t>
            </a:r>
          </a:p>
          <a:p>
            <a:pPr marL="914400" lvl="1" indent="-457200" eaLnBrk="1" hangingPunct="1">
              <a:buFontTx/>
              <a:buAutoNum type="arabicPeriod"/>
              <a:defRPr/>
            </a:pPr>
            <a:r>
              <a:rPr lang="en-US" altLang="zh-TW" sz="2400" b="1" dirty="0">
                <a:solidFill>
                  <a:srgbClr val="FFFF00"/>
                </a:solidFill>
                <a:latin typeface="Arial" charset="0"/>
              </a:rPr>
              <a:t>How to find the lower bound</a:t>
            </a:r>
          </a:p>
          <a:p>
            <a:pPr marL="914400" lvl="1" indent="-457200" eaLnBrk="1" hangingPunct="1">
              <a:buFontTx/>
              <a:buAutoNum type="arabicPeriod"/>
              <a:defRPr/>
            </a:pPr>
            <a:r>
              <a:rPr lang="en-US" altLang="zh-TW" sz="2400" b="1" dirty="0">
                <a:solidFill>
                  <a:srgbClr val="FFFF00"/>
                </a:solidFill>
                <a:latin typeface="Arial" charset="0"/>
              </a:rPr>
              <a:t>How to perform the first fit algorithm</a:t>
            </a:r>
          </a:p>
          <a:p>
            <a:pPr marL="914400" lvl="1" indent="-457200" eaLnBrk="1" hangingPunct="1">
              <a:buFontTx/>
              <a:buAutoNum type="arabicPeriod"/>
              <a:defRPr/>
            </a:pPr>
            <a:r>
              <a:rPr lang="en-US" altLang="zh-TW" sz="2400" b="1" dirty="0">
                <a:solidFill>
                  <a:srgbClr val="FFFF00"/>
                </a:solidFill>
                <a:latin typeface="Arial" charset="0"/>
              </a:rPr>
              <a:t>How to perform the first fit-decreasing  algorithm</a:t>
            </a:r>
          </a:p>
          <a:p>
            <a:pPr marL="914400" lvl="1" indent="-457200" eaLnBrk="1" hangingPunct="1">
              <a:buFontTx/>
              <a:buAutoNum type="arabicPeriod"/>
              <a:defRPr/>
            </a:pPr>
            <a:r>
              <a:rPr lang="en-US" altLang="zh-TW" sz="2400" b="1" dirty="0">
                <a:solidFill>
                  <a:srgbClr val="FFFF00"/>
                </a:solidFill>
                <a:latin typeface="Arial" charset="0"/>
              </a:rPr>
              <a:t>How to perform the full-bin packing algorithm</a:t>
            </a:r>
          </a:p>
          <a:p>
            <a:pPr marL="914400" lvl="1" indent="-457200" eaLnBrk="1" hangingPunct="1">
              <a:buFontTx/>
              <a:buAutoNum type="arabicPeriod"/>
              <a:defRPr/>
            </a:pPr>
            <a:endParaRPr lang="en-US" altLang="zh-TW" sz="2400" b="1" dirty="0">
              <a:solidFill>
                <a:srgbClr val="FFFF00"/>
              </a:solidFill>
              <a:latin typeface="Arial" charset="0"/>
            </a:endParaRPr>
          </a:p>
          <a:p>
            <a:pPr marL="914400" lvl="1" indent="-457200" eaLnBrk="1" hangingPunct="1">
              <a:buFontTx/>
              <a:buAutoNum type="arabicPeriod"/>
              <a:defRPr/>
            </a:pPr>
            <a:endParaRPr lang="en-US" altLang="zh-TW" sz="2400" b="1" dirty="0">
              <a:solidFill>
                <a:srgbClr val="FFFF00"/>
              </a:solidFill>
              <a:latin typeface="Arial" charset="0"/>
            </a:endParaRPr>
          </a:p>
          <a:p>
            <a:pPr lvl="1" eaLnBrk="1" hangingPunct="1">
              <a:buFontTx/>
              <a:buNone/>
              <a:defRPr/>
            </a:pPr>
            <a:endParaRPr lang="en-US" altLang="zh-TW" sz="2400" b="1" dirty="0">
              <a:solidFill>
                <a:srgbClr val="FFFF00"/>
              </a:solidFill>
              <a:latin typeface="Arial" charset="0"/>
            </a:endParaRPr>
          </a:p>
          <a:p>
            <a:pPr lvl="1" eaLnBrk="1" hangingPunct="1">
              <a:buFontTx/>
              <a:buNone/>
              <a:defRPr/>
            </a:pPr>
            <a:endParaRPr lang="en-US" altLang="zh-TW" sz="2400" b="1" dirty="0">
              <a:solidFill>
                <a:srgbClr val="FFFF00"/>
              </a:solidFill>
              <a:latin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C823F40-9A0D-A0E2-E2F9-E601C80A3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0563" y="457200"/>
            <a:ext cx="5532437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Bin Packing</a:t>
            </a:r>
            <a:endParaRPr lang="en-US" altLang="zh-TW" sz="4000" b="1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253AE55-A302-522D-5FAE-1189C925BCC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722438"/>
            <a:ext cx="7696200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Lower bound:</a:t>
            </a:r>
          </a:p>
          <a:p>
            <a:pPr lvl="1" eaLnBrk="1" hangingPunct="1">
              <a:buFontTx/>
              <a:buNone/>
            </a:pPr>
            <a:endParaRPr lang="en-US" altLang="zh-TW" sz="2400" b="1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Add up the groups and divide by the minibus size to obtain the minimum no of buses.</a:t>
            </a:r>
          </a:p>
          <a:p>
            <a:pPr lvl="1" eaLnBrk="1" hangingPunct="1">
              <a:buFontTx/>
              <a:buNone/>
            </a:pPr>
            <a:endParaRPr lang="en-US" altLang="zh-TW" sz="2400" b="1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3+1+6+4+5+2/7</a:t>
            </a: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=21/7</a:t>
            </a: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=3. </a:t>
            </a: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So, lower bound is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2A3DB05-2906-FF8D-3E33-704861F46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24200" y="457200"/>
            <a:ext cx="5867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Bin Packing- example #2</a:t>
            </a:r>
            <a:endParaRPr lang="en-US" altLang="zh-TW" sz="4000" b="1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DE58684-9C28-9917-184B-31AA707AA6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722438"/>
            <a:ext cx="7696200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Lower bound:</a:t>
            </a:r>
          </a:p>
          <a:p>
            <a:pPr lvl="1" eaLnBrk="1" hangingPunct="1">
              <a:buFontTx/>
              <a:buNone/>
            </a:pPr>
            <a:endParaRPr lang="en-US" altLang="zh-TW" sz="2400" b="1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Add up the groups and divide by the minibus size to obtain the minimum no of buses.</a:t>
            </a:r>
          </a:p>
          <a:p>
            <a:pPr lvl="1" eaLnBrk="1" hangingPunct="1">
              <a:buFontTx/>
              <a:buNone/>
            </a:pPr>
            <a:endParaRPr lang="en-US" altLang="zh-TW" sz="2400" b="1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3+1+6+4+5+2/7</a:t>
            </a: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=21/7</a:t>
            </a: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=3. </a:t>
            </a:r>
          </a:p>
          <a:p>
            <a:pPr lvl="1" eaLnBrk="1" hangingPunct="1">
              <a:buFontTx/>
              <a:buNone/>
            </a:pPr>
            <a:r>
              <a:rPr lang="en-US" altLang="zh-TW" sz="2400" b="1">
                <a:solidFill>
                  <a:srgbClr val="FFFF00"/>
                </a:solidFill>
                <a:latin typeface="Arial" panose="020B0604020202020204" pitchFamily="34" charset="0"/>
              </a:rPr>
              <a:t>So, lower bound is 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B816509-94A3-A887-B796-964ED03B1D4F}"/>
              </a:ext>
            </a:extLst>
          </p:cNvPr>
          <p:cNvSpPr>
            <a:spLocks noChangeArrowheads="1"/>
          </p:cNvSpPr>
          <p:nvPr>
            <p:ph type="title"/>
          </p:nvPr>
        </p:nvSpPr>
        <p:spPr bwMode="auto">
          <a:xfrm>
            <a:off x="3081338" y="423863"/>
            <a:ext cx="6062662" cy="947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Bin Packing- example #2</a:t>
            </a:r>
            <a:endParaRPr lang="en-US" altLang="zh-TW" sz="3200" b="1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8BA17E5E-4DC9-DE5B-E487-9A7E0592F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650" y="1519238"/>
            <a:ext cx="3489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800">
                <a:solidFill>
                  <a:srgbClr val="FFCC00"/>
                </a:solidFill>
                <a:latin typeface="Arial" panose="020B0604020202020204" pitchFamily="34" charset="0"/>
              </a:rPr>
              <a:t>Bin Packing Problem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D2EB411E-D892-3419-23B0-80AC3F049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916363"/>
            <a:ext cx="78263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600">
                <a:solidFill>
                  <a:srgbClr val="00FFFF"/>
                </a:solidFill>
                <a:latin typeface="Arial" panose="020B0604020202020204" pitchFamily="34" charset="0"/>
              </a:rPr>
              <a:t>.5       .7       .5       .2       .4       .2       .5       .1       .6</a:t>
            </a:r>
          </a:p>
        </p:txBody>
      </p:sp>
      <p:grpSp>
        <p:nvGrpSpPr>
          <p:cNvPr id="8197" name="Group 5">
            <a:extLst>
              <a:ext uri="{FF2B5EF4-FFF2-40B4-BE49-F238E27FC236}">
                <a16:creationId xmlns:a16="http://schemas.microsoft.com/office/drawing/2014/main" id="{142978AD-4DD0-412A-5D1C-FFAB1A747126}"/>
              </a:ext>
            </a:extLst>
          </p:cNvPr>
          <p:cNvGrpSpPr>
            <a:grpSpLocks/>
          </p:cNvGrpSpPr>
          <p:nvPr/>
        </p:nvGrpSpPr>
        <p:grpSpPr bwMode="auto">
          <a:xfrm>
            <a:off x="1631950" y="2667000"/>
            <a:ext cx="831850" cy="968375"/>
            <a:chOff x="1098" y="2349"/>
            <a:chExt cx="524" cy="610"/>
          </a:xfrm>
        </p:grpSpPr>
        <p:sp>
          <p:nvSpPr>
            <p:cNvPr id="8244" name="Line 6">
              <a:extLst>
                <a:ext uri="{FF2B5EF4-FFF2-40B4-BE49-F238E27FC236}">
                  <a16:creationId xmlns:a16="http://schemas.microsoft.com/office/drawing/2014/main" id="{38FCDC76-D133-06B7-5E80-DAF625480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8245" name="Line 7">
              <a:extLst>
                <a:ext uri="{FF2B5EF4-FFF2-40B4-BE49-F238E27FC236}">
                  <a16:creationId xmlns:a16="http://schemas.microsoft.com/office/drawing/2014/main" id="{D5582BBA-EE7D-3CBD-2DDA-4FC6402745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8246" name="Line 8">
              <a:extLst>
                <a:ext uri="{FF2B5EF4-FFF2-40B4-BE49-F238E27FC236}">
                  <a16:creationId xmlns:a16="http://schemas.microsoft.com/office/drawing/2014/main" id="{00C5278D-D155-4EC1-E8C1-C66A7EAC5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8198" name="Group 9">
            <a:extLst>
              <a:ext uri="{FF2B5EF4-FFF2-40B4-BE49-F238E27FC236}">
                <a16:creationId xmlns:a16="http://schemas.microsoft.com/office/drawing/2014/main" id="{DAB0861F-A8FD-0F1D-5D16-36C94D1D5AC9}"/>
              </a:ext>
            </a:extLst>
          </p:cNvPr>
          <p:cNvGrpSpPr>
            <a:grpSpLocks/>
          </p:cNvGrpSpPr>
          <p:nvPr/>
        </p:nvGrpSpPr>
        <p:grpSpPr bwMode="auto">
          <a:xfrm>
            <a:off x="2928938" y="2667000"/>
            <a:ext cx="831850" cy="968375"/>
            <a:chOff x="1098" y="2349"/>
            <a:chExt cx="524" cy="610"/>
          </a:xfrm>
        </p:grpSpPr>
        <p:sp>
          <p:nvSpPr>
            <p:cNvPr id="8241" name="Line 10">
              <a:extLst>
                <a:ext uri="{FF2B5EF4-FFF2-40B4-BE49-F238E27FC236}">
                  <a16:creationId xmlns:a16="http://schemas.microsoft.com/office/drawing/2014/main" id="{5DD2E687-E278-BB3B-A555-35038437B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8242" name="Line 11">
              <a:extLst>
                <a:ext uri="{FF2B5EF4-FFF2-40B4-BE49-F238E27FC236}">
                  <a16:creationId xmlns:a16="http://schemas.microsoft.com/office/drawing/2014/main" id="{CE5B1902-2F4C-4EF0-C133-9D74C9D5F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8243" name="Line 12">
              <a:extLst>
                <a:ext uri="{FF2B5EF4-FFF2-40B4-BE49-F238E27FC236}">
                  <a16:creationId xmlns:a16="http://schemas.microsoft.com/office/drawing/2014/main" id="{915D67EE-9192-2C2C-6461-6DA0E4D47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8199" name="Group 13">
            <a:extLst>
              <a:ext uri="{FF2B5EF4-FFF2-40B4-BE49-F238E27FC236}">
                <a16:creationId xmlns:a16="http://schemas.microsoft.com/office/drawing/2014/main" id="{4F846FE4-ACAE-9572-E09C-FEBCD80CF575}"/>
              </a:ext>
            </a:extLst>
          </p:cNvPr>
          <p:cNvGrpSpPr>
            <a:grpSpLocks/>
          </p:cNvGrpSpPr>
          <p:nvPr/>
        </p:nvGrpSpPr>
        <p:grpSpPr bwMode="auto">
          <a:xfrm>
            <a:off x="4183063" y="2667000"/>
            <a:ext cx="831850" cy="968375"/>
            <a:chOff x="1098" y="2349"/>
            <a:chExt cx="524" cy="610"/>
          </a:xfrm>
        </p:grpSpPr>
        <p:sp>
          <p:nvSpPr>
            <p:cNvPr id="8238" name="Line 14">
              <a:extLst>
                <a:ext uri="{FF2B5EF4-FFF2-40B4-BE49-F238E27FC236}">
                  <a16:creationId xmlns:a16="http://schemas.microsoft.com/office/drawing/2014/main" id="{B720EF92-EEAA-2767-6486-CADB64150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8239" name="Line 15">
              <a:extLst>
                <a:ext uri="{FF2B5EF4-FFF2-40B4-BE49-F238E27FC236}">
                  <a16:creationId xmlns:a16="http://schemas.microsoft.com/office/drawing/2014/main" id="{7DC9DBD4-F6D8-97C3-106C-2975320207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8240" name="Line 16">
              <a:extLst>
                <a:ext uri="{FF2B5EF4-FFF2-40B4-BE49-F238E27FC236}">
                  <a16:creationId xmlns:a16="http://schemas.microsoft.com/office/drawing/2014/main" id="{28880D55-E4E7-22CF-9218-9D7D7DD8E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8200" name="Group 17">
            <a:extLst>
              <a:ext uri="{FF2B5EF4-FFF2-40B4-BE49-F238E27FC236}">
                <a16:creationId xmlns:a16="http://schemas.microsoft.com/office/drawing/2014/main" id="{8ED4C356-ED38-3DEE-3247-C1C2428D43D9}"/>
              </a:ext>
            </a:extLst>
          </p:cNvPr>
          <p:cNvGrpSpPr>
            <a:grpSpLocks/>
          </p:cNvGrpSpPr>
          <p:nvPr/>
        </p:nvGrpSpPr>
        <p:grpSpPr bwMode="auto">
          <a:xfrm>
            <a:off x="7100888" y="2667000"/>
            <a:ext cx="831850" cy="968375"/>
            <a:chOff x="1098" y="2349"/>
            <a:chExt cx="524" cy="610"/>
          </a:xfrm>
        </p:grpSpPr>
        <p:sp>
          <p:nvSpPr>
            <p:cNvPr id="8235" name="Line 18">
              <a:extLst>
                <a:ext uri="{FF2B5EF4-FFF2-40B4-BE49-F238E27FC236}">
                  <a16:creationId xmlns:a16="http://schemas.microsoft.com/office/drawing/2014/main" id="{25216C61-2C58-2A34-EEE6-FD8F2B07A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8236" name="Line 19">
              <a:extLst>
                <a:ext uri="{FF2B5EF4-FFF2-40B4-BE49-F238E27FC236}">
                  <a16:creationId xmlns:a16="http://schemas.microsoft.com/office/drawing/2014/main" id="{B5940A60-ACD1-5C22-0708-4513126E5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8237" name="Line 20">
              <a:extLst>
                <a:ext uri="{FF2B5EF4-FFF2-40B4-BE49-F238E27FC236}">
                  <a16:creationId xmlns:a16="http://schemas.microsoft.com/office/drawing/2014/main" id="{E8FDB1A9-BF77-7D00-E2FF-7F98AFBBB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sp>
        <p:nvSpPr>
          <p:cNvPr id="8201" name="Text Box 21">
            <a:extLst>
              <a:ext uri="{FF2B5EF4-FFF2-40B4-BE49-F238E27FC236}">
                <a16:creationId xmlns:a16="http://schemas.microsoft.com/office/drawing/2014/main" id="{44E76076-1487-8F29-F047-02EDF26EE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2955925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000">
                <a:solidFill>
                  <a:schemeClr val="bg1"/>
                </a:solidFill>
                <a:latin typeface="Arial" panose="020B0604020202020204" pitchFamily="34" charset="0"/>
              </a:rPr>
              <a:t>……</a:t>
            </a:r>
          </a:p>
        </p:txBody>
      </p:sp>
      <p:sp>
        <p:nvSpPr>
          <p:cNvPr id="8202" name="Line 22">
            <a:extLst>
              <a:ext uri="{FF2B5EF4-FFF2-40B4-BE49-F238E27FC236}">
                <a16:creationId xmlns:a16="http://schemas.microsoft.com/office/drawing/2014/main" id="{F573839C-7247-55AD-65C5-1B9C9A33FE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6050" y="2668588"/>
            <a:ext cx="0" cy="320675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8203" name="Text Box 23">
            <a:extLst>
              <a:ext uri="{FF2B5EF4-FFF2-40B4-BE49-F238E27FC236}">
                <a16:creationId xmlns:a16="http://schemas.microsoft.com/office/drawing/2014/main" id="{B270C4BD-A85D-081B-4111-FA57BAF4D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29559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TW" sz="1800" b="1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8204" name="Group 40">
            <a:extLst>
              <a:ext uri="{FF2B5EF4-FFF2-40B4-BE49-F238E27FC236}">
                <a16:creationId xmlns:a16="http://schemas.microsoft.com/office/drawing/2014/main" id="{9120C670-7E5A-73A0-2541-1B5CCB53B832}"/>
              </a:ext>
            </a:extLst>
          </p:cNvPr>
          <p:cNvGrpSpPr>
            <a:grpSpLocks/>
          </p:cNvGrpSpPr>
          <p:nvPr/>
        </p:nvGrpSpPr>
        <p:grpSpPr bwMode="auto">
          <a:xfrm>
            <a:off x="6983413" y="4456113"/>
            <a:ext cx="788987" cy="209550"/>
            <a:chOff x="2610" y="3013"/>
            <a:chExt cx="497" cy="132"/>
          </a:xfrm>
        </p:grpSpPr>
        <p:sp>
          <p:nvSpPr>
            <p:cNvPr id="8233" name="Rectangle 41">
              <a:extLst>
                <a:ext uri="{FF2B5EF4-FFF2-40B4-BE49-F238E27FC236}">
                  <a16:creationId xmlns:a16="http://schemas.microsoft.com/office/drawing/2014/main" id="{56174A53-719C-3AC0-9C8B-598713FE0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3041"/>
              <a:ext cx="497" cy="6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8234" name="Text Box 42">
              <a:extLst>
                <a:ext uri="{FF2B5EF4-FFF2-40B4-BE49-F238E27FC236}">
                  <a16:creationId xmlns:a16="http://schemas.microsoft.com/office/drawing/2014/main" id="{8A8A27CB-5208-B8C2-92CB-93ED60C42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7" y="3013"/>
              <a:ext cx="18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7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.1</a:t>
              </a:r>
            </a:p>
          </p:txBody>
        </p:sp>
      </p:grpSp>
      <p:grpSp>
        <p:nvGrpSpPr>
          <p:cNvPr id="8205" name="Group 43">
            <a:extLst>
              <a:ext uri="{FF2B5EF4-FFF2-40B4-BE49-F238E27FC236}">
                <a16:creationId xmlns:a16="http://schemas.microsoft.com/office/drawing/2014/main" id="{21D214FA-CD42-387B-0A08-1D7EA9FC8715}"/>
              </a:ext>
            </a:extLst>
          </p:cNvPr>
          <p:cNvGrpSpPr>
            <a:grpSpLocks/>
          </p:cNvGrpSpPr>
          <p:nvPr/>
        </p:nvGrpSpPr>
        <p:grpSpPr bwMode="auto">
          <a:xfrm>
            <a:off x="6069013" y="4456113"/>
            <a:ext cx="788987" cy="469900"/>
            <a:chOff x="2610" y="3105"/>
            <a:chExt cx="497" cy="296"/>
          </a:xfrm>
        </p:grpSpPr>
        <p:sp>
          <p:nvSpPr>
            <p:cNvPr id="8231" name="Rectangle 44">
              <a:extLst>
                <a:ext uri="{FF2B5EF4-FFF2-40B4-BE49-F238E27FC236}">
                  <a16:creationId xmlns:a16="http://schemas.microsoft.com/office/drawing/2014/main" id="{537CAC3E-4E4E-5C95-3D4A-CD95D5FB0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3105"/>
              <a:ext cx="497" cy="29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8232" name="Text Box 45">
              <a:extLst>
                <a:ext uri="{FF2B5EF4-FFF2-40B4-BE49-F238E27FC236}">
                  <a16:creationId xmlns:a16="http://schemas.microsoft.com/office/drawing/2014/main" id="{771DECDB-2EB8-F7C1-03FA-ADD52A437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7" y="3176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8206" name="Group 46">
            <a:extLst>
              <a:ext uri="{FF2B5EF4-FFF2-40B4-BE49-F238E27FC236}">
                <a16:creationId xmlns:a16="http://schemas.microsoft.com/office/drawing/2014/main" id="{53C74220-6913-C037-1A00-FAFA2DA1F2A2}"/>
              </a:ext>
            </a:extLst>
          </p:cNvPr>
          <p:cNvGrpSpPr>
            <a:grpSpLocks/>
          </p:cNvGrpSpPr>
          <p:nvPr/>
        </p:nvGrpSpPr>
        <p:grpSpPr bwMode="auto">
          <a:xfrm>
            <a:off x="4240213" y="4456113"/>
            <a:ext cx="788987" cy="363537"/>
            <a:chOff x="2581" y="3573"/>
            <a:chExt cx="497" cy="229"/>
          </a:xfrm>
        </p:grpSpPr>
        <p:sp>
          <p:nvSpPr>
            <p:cNvPr id="8229" name="Rectangle 47">
              <a:extLst>
                <a:ext uri="{FF2B5EF4-FFF2-40B4-BE49-F238E27FC236}">
                  <a16:creationId xmlns:a16="http://schemas.microsoft.com/office/drawing/2014/main" id="{F2BE41B2-FFDC-8157-B690-59C85CBCC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1" y="3573"/>
              <a:ext cx="497" cy="229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8230" name="Text Box 48">
              <a:extLst>
                <a:ext uri="{FF2B5EF4-FFF2-40B4-BE49-F238E27FC236}">
                  <a16:creationId xmlns:a16="http://schemas.microsoft.com/office/drawing/2014/main" id="{C1A0D632-AEC8-6F33-A150-66FB8D993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8" y="3608"/>
              <a:ext cx="189" cy="143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.4</a:t>
              </a:r>
            </a:p>
          </p:txBody>
        </p:sp>
      </p:grpSp>
      <p:grpSp>
        <p:nvGrpSpPr>
          <p:cNvPr id="8207" name="Group 49">
            <a:extLst>
              <a:ext uri="{FF2B5EF4-FFF2-40B4-BE49-F238E27FC236}">
                <a16:creationId xmlns:a16="http://schemas.microsoft.com/office/drawing/2014/main" id="{92027A60-E3BD-443E-5639-BCA91627B950}"/>
              </a:ext>
            </a:extLst>
          </p:cNvPr>
          <p:cNvGrpSpPr>
            <a:grpSpLocks/>
          </p:cNvGrpSpPr>
          <p:nvPr/>
        </p:nvGrpSpPr>
        <p:grpSpPr bwMode="auto">
          <a:xfrm>
            <a:off x="7920038" y="4456113"/>
            <a:ext cx="788987" cy="554037"/>
            <a:chOff x="3409" y="3330"/>
            <a:chExt cx="497" cy="349"/>
          </a:xfrm>
        </p:grpSpPr>
        <p:sp>
          <p:nvSpPr>
            <p:cNvPr id="8227" name="Rectangle 50">
              <a:extLst>
                <a:ext uri="{FF2B5EF4-FFF2-40B4-BE49-F238E27FC236}">
                  <a16:creationId xmlns:a16="http://schemas.microsoft.com/office/drawing/2014/main" id="{E82AAEB1-0951-CE5E-F0D1-33A43F654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3330"/>
              <a:ext cx="497" cy="3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8228" name="Text Box 51">
              <a:extLst>
                <a:ext uri="{FF2B5EF4-FFF2-40B4-BE49-F238E27FC236}">
                  <a16:creationId xmlns:a16="http://schemas.microsoft.com/office/drawing/2014/main" id="{7F466E6A-CC01-33E3-8651-C919F8905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0" y="3424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.6</a:t>
              </a:r>
            </a:p>
          </p:txBody>
        </p:sp>
      </p:grpSp>
      <p:grpSp>
        <p:nvGrpSpPr>
          <p:cNvPr id="8208" name="Group 52">
            <a:extLst>
              <a:ext uri="{FF2B5EF4-FFF2-40B4-BE49-F238E27FC236}">
                <a16:creationId xmlns:a16="http://schemas.microsoft.com/office/drawing/2014/main" id="{BAB24271-1642-9A4A-00ED-642F0CB02C88}"/>
              </a:ext>
            </a:extLst>
          </p:cNvPr>
          <p:cNvGrpSpPr>
            <a:grpSpLocks/>
          </p:cNvGrpSpPr>
          <p:nvPr/>
        </p:nvGrpSpPr>
        <p:grpSpPr bwMode="auto">
          <a:xfrm>
            <a:off x="5154613" y="4456113"/>
            <a:ext cx="788987" cy="227012"/>
            <a:chOff x="3438" y="3503"/>
            <a:chExt cx="497" cy="143"/>
          </a:xfrm>
        </p:grpSpPr>
        <p:sp>
          <p:nvSpPr>
            <p:cNvPr id="8225" name="Rectangle 53">
              <a:extLst>
                <a:ext uri="{FF2B5EF4-FFF2-40B4-BE49-F238E27FC236}">
                  <a16:creationId xmlns:a16="http://schemas.microsoft.com/office/drawing/2014/main" id="{4361B5ED-99CD-AC98-99F9-C5E92B592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3507"/>
              <a:ext cx="497" cy="12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8226" name="Text Box 54">
              <a:extLst>
                <a:ext uri="{FF2B5EF4-FFF2-40B4-BE49-F238E27FC236}">
                  <a16:creationId xmlns:a16="http://schemas.microsoft.com/office/drawing/2014/main" id="{366E6AF2-E7B3-9273-6A0E-035E2F8FB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3503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8209" name="Group 55">
            <a:extLst>
              <a:ext uri="{FF2B5EF4-FFF2-40B4-BE49-F238E27FC236}">
                <a16:creationId xmlns:a16="http://schemas.microsoft.com/office/drawing/2014/main" id="{4A781475-A9DB-DCB9-EF77-9D4C1E5B2E9C}"/>
              </a:ext>
            </a:extLst>
          </p:cNvPr>
          <p:cNvGrpSpPr>
            <a:grpSpLocks/>
          </p:cNvGrpSpPr>
          <p:nvPr/>
        </p:nvGrpSpPr>
        <p:grpSpPr bwMode="auto">
          <a:xfrm>
            <a:off x="1497013" y="4456113"/>
            <a:ext cx="788987" cy="649287"/>
            <a:chOff x="1818" y="3218"/>
            <a:chExt cx="497" cy="409"/>
          </a:xfrm>
        </p:grpSpPr>
        <p:sp>
          <p:nvSpPr>
            <p:cNvPr id="8223" name="Rectangle 56">
              <a:extLst>
                <a:ext uri="{FF2B5EF4-FFF2-40B4-BE49-F238E27FC236}">
                  <a16:creationId xmlns:a16="http://schemas.microsoft.com/office/drawing/2014/main" id="{2B9E4DCC-3695-3FD5-419E-4AFF88883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3218"/>
              <a:ext cx="497" cy="409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8224" name="Text Box 57">
              <a:extLst>
                <a:ext uri="{FF2B5EF4-FFF2-40B4-BE49-F238E27FC236}">
                  <a16:creationId xmlns:a16="http://schemas.microsoft.com/office/drawing/2014/main" id="{E6A95E16-ED39-40A5-CCEC-2189E91EA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3377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.7</a:t>
              </a:r>
            </a:p>
          </p:txBody>
        </p:sp>
      </p:grpSp>
      <p:grpSp>
        <p:nvGrpSpPr>
          <p:cNvPr id="8210" name="Group 58">
            <a:extLst>
              <a:ext uri="{FF2B5EF4-FFF2-40B4-BE49-F238E27FC236}">
                <a16:creationId xmlns:a16="http://schemas.microsoft.com/office/drawing/2014/main" id="{03CC8BD7-8DDD-815C-EA0A-3631EC0A92AF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4456113"/>
            <a:ext cx="788987" cy="227012"/>
            <a:chOff x="1822" y="3097"/>
            <a:chExt cx="497" cy="143"/>
          </a:xfrm>
        </p:grpSpPr>
        <p:sp>
          <p:nvSpPr>
            <p:cNvPr id="8221" name="Rectangle 59">
              <a:extLst>
                <a:ext uri="{FF2B5EF4-FFF2-40B4-BE49-F238E27FC236}">
                  <a16:creationId xmlns:a16="http://schemas.microsoft.com/office/drawing/2014/main" id="{CF4A7580-024E-3783-D0FD-88126778B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2" y="3099"/>
              <a:ext cx="497" cy="120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8222" name="Text Box 60">
              <a:extLst>
                <a:ext uri="{FF2B5EF4-FFF2-40B4-BE49-F238E27FC236}">
                  <a16:creationId xmlns:a16="http://schemas.microsoft.com/office/drawing/2014/main" id="{4A148C0C-DADB-2A7A-E8D8-4BEE98035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3097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8211" name="Group 61">
            <a:extLst>
              <a:ext uri="{FF2B5EF4-FFF2-40B4-BE49-F238E27FC236}">
                <a16:creationId xmlns:a16="http://schemas.microsoft.com/office/drawing/2014/main" id="{E3CB3B9B-FC36-E678-5F18-765E888B09F5}"/>
              </a:ext>
            </a:extLst>
          </p:cNvPr>
          <p:cNvGrpSpPr>
            <a:grpSpLocks/>
          </p:cNvGrpSpPr>
          <p:nvPr/>
        </p:nvGrpSpPr>
        <p:grpSpPr bwMode="auto">
          <a:xfrm>
            <a:off x="582613" y="4456113"/>
            <a:ext cx="788987" cy="469900"/>
            <a:chOff x="1005" y="3332"/>
            <a:chExt cx="497" cy="296"/>
          </a:xfrm>
        </p:grpSpPr>
        <p:sp>
          <p:nvSpPr>
            <p:cNvPr id="8219" name="Rectangle 62">
              <a:extLst>
                <a:ext uri="{FF2B5EF4-FFF2-40B4-BE49-F238E27FC236}">
                  <a16:creationId xmlns:a16="http://schemas.microsoft.com/office/drawing/2014/main" id="{486349E9-9F0F-0D02-5C5E-C26B627E4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" y="3332"/>
              <a:ext cx="497" cy="296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8220" name="Text Box 63">
              <a:extLst>
                <a:ext uri="{FF2B5EF4-FFF2-40B4-BE49-F238E27FC236}">
                  <a16:creationId xmlns:a16="http://schemas.microsoft.com/office/drawing/2014/main" id="{28CF3150-FE50-2938-B1E0-E24573D49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9" y="3407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8212" name="Group 64">
            <a:extLst>
              <a:ext uri="{FF2B5EF4-FFF2-40B4-BE49-F238E27FC236}">
                <a16:creationId xmlns:a16="http://schemas.microsoft.com/office/drawing/2014/main" id="{782AADCC-8846-FDBC-F3DC-7B870533D2DE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4456113"/>
            <a:ext cx="788987" cy="469900"/>
            <a:chOff x="1005" y="3038"/>
            <a:chExt cx="497" cy="296"/>
          </a:xfrm>
        </p:grpSpPr>
        <p:sp>
          <p:nvSpPr>
            <p:cNvPr id="8217" name="Rectangle 65">
              <a:extLst>
                <a:ext uri="{FF2B5EF4-FFF2-40B4-BE49-F238E27FC236}">
                  <a16:creationId xmlns:a16="http://schemas.microsoft.com/office/drawing/2014/main" id="{8779C4E6-A270-49E7-0A7F-5105CD5DA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" y="3038"/>
              <a:ext cx="497" cy="29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8218" name="Text Box 66">
              <a:extLst>
                <a:ext uri="{FF2B5EF4-FFF2-40B4-BE49-F238E27FC236}">
                  <a16:creationId xmlns:a16="http://schemas.microsoft.com/office/drawing/2014/main" id="{F99C1093-DC81-39A8-CCF0-2446E29E8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8" y="3111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sp>
        <p:nvSpPr>
          <p:cNvPr id="8213" name="Line 69">
            <a:extLst>
              <a:ext uri="{FF2B5EF4-FFF2-40B4-BE49-F238E27FC236}">
                <a16:creationId xmlns:a16="http://schemas.microsoft.com/office/drawing/2014/main" id="{DA0C6E45-B98A-F54D-B3C6-B90CA44E7D2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16050" y="3289300"/>
            <a:ext cx="0" cy="360363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8214" name="Text Box 70">
            <a:extLst>
              <a:ext uri="{FF2B5EF4-FFF2-40B4-BE49-F238E27FC236}">
                <a16:creationId xmlns:a16="http://schemas.microsoft.com/office/drawing/2014/main" id="{38614F0F-922F-A7F2-1051-AF92CDDBC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805488"/>
            <a:ext cx="3192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800">
                <a:solidFill>
                  <a:srgbClr val="99FFCC"/>
                </a:solidFill>
                <a:latin typeface="Arial" panose="020B0604020202020204" pitchFamily="34" charset="0"/>
              </a:rPr>
              <a:t>Items to be packed</a:t>
            </a:r>
          </a:p>
        </p:txBody>
      </p:sp>
      <p:sp>
        <p:nvSpPr>
          <p:cNvPr id="8215" name="AutoShape 71">
            <a:extLst>
              <a:ext uri="{FF2B5EF4-FFF2-40B4-BE49-F238E27FC236}">
                <a16:creationId xmlns:a16="http://schemas.microsoft.com/office/drawing/2014/main" id="{A84B4342-661E-9CF3-09BF-E635B55896BB}"/>
              </a:ext>
            </a:extLst>
          </p:cNvPr>
          <p:cNvSpPr>
            <a:spLocks/>
          </p:cNvSpPr>
          <p:nvPr/>
        </p:nvSpPr>
        <p:spPr bwMode="auto">
          <a:xfrm rot="5400000">
            <a:off x="4468813" y="1550987"/>
            <a:ext cx="381000" cy="8099425"/>
          </a:xfrm>
          <a:prstGeom prst="rightBrace">
            <a:avLst>
              <a:gd name="adj1" fmla="val 177153"/>
              <a:gd name="adj2" fmla="val 50000"/>
            </a:avLst>
          </a:prstGeom>
          <a:noFill/>
          <a:ln w="25400">
            <a:solidFill>
              <a:srgbClr val="CC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/>
            <a:endParaRPr lang="en-US" altLang="en-BD"/>
          </a:p>
        </p:txBody>
      </p:sp>
      <p:sp>
        <p:nvSpPr>
          <p:cNvPr id="8216" name="AutoShape 73">
            <a:extLst>
              <a:ext uri="{FF2B5EF4-FFF2-40B4-BE49-F238E27FC236}">
                <a16:creationId xmlns:a16="http://schemas.microsoft.com/office/drawing/2014/main" id="{235CA908-CE19-3C92-23CA-15E33BAF4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0838" y="1457325"/>
            <a:ext cx="1909762" cy="904875"/>
          </a:xfrm>
          <a:prstGeom prst="wedgeRoundRectCallout">
            <a:avLst>
              <a:gd name="adj1" fmla="val -128306"/>
              <a:gd name="adj2" fmla="val 70000"/>
              <a:gd name="adj3" fmla="val 16667"/>
            </a:avLst>
          </a:prstGeom>
          <a:noFill/>
          <a:ln w="25400">
            <a:solidFill>
              <a:srgbClr val="CC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>
                <a:solidFill>
                  <a:srgbClr val="99FFCC"/>
                </a:solidFill>
                <a:latin typeface="Arial" panose="020B0604020202020204" pitchFamily="34" charset="0"/>
              </a:rPr>
              <a:t>The bins; 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TW">
                <a:solidFill>
                  <a:srgbClr val="99FFCC"/>
                </a:solidFill>
                <a:latin typeface="Arial" panose="020B0604020202020204" pitchFamily="34" charset="0"/>
              </a:rPr>
              <a:t>(capacity 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651A663-AA64-BE28-1C41-A03F45D2CC18}"/>
              </a:ext>
            </a:extLst>
          </p:cNvPr>
          <p:cNvSpPr>
            <a:spLocks noChangeArrowheads="1"/>
          </p:cNvSpPr>
          <p:nvPr>
            <p:ph type="title"/>
          </p:nvPr>
        </p:nvSpPr>
        <p:spPr bwMode="auto">
          <a:xfrm>
            <a:off x="3081338" y="444500"/>
            <a:ext cx="6062662" cy="698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Bin Packing- example #2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1A40DCE3-CBF4-398B-90D7-F339B8BB2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650" y="1519238"/>
            <a:ext cx="3489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800">
                <a:solidFill>
                  <a:srgbClr val="FFCC00"/>
                </a:solidFill>
                <a:latin typeface="Arial" panose="020B0604020202020204" pitchFamily="34" charset="0"/>
              </a:rPr>
              <a:t>Bin Packing Problem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5A6A8B46-833B-FB86-14A6-C59675B7D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3611563"/>
            <a:ext cx="56165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600">
                <a:solidFill>
                  <a:srgbClr val="00FFFF"/>
                </a:solidFill>
                <a:latin typeface="Arial" panose="020B0604020202020204" pitchFamily="34" charset="0"/>
              </a:rPr>
              <a:t>.5    .7    .5    .2    .4    .2    .5    .1    .6</a:t>
            </a:r>
          </a:p>
        </p:txBody>
      </p:sp>
      <p:grpSp>
        <p:nvGrpSpPr>
          <p:cNvPr id="9221" name="Group 5">
            <a:extLst>
              <a:ext uri="{FF2B5EF4-FFF2-40B4-BE49-F238E27FC236}">
                <a16:creationId xmlns:a16="http://schemas.microsoft.com/office/drawing/2014/main" id="{3F6EC5F4-1D49-3F06-4C3F-D30E33F53E55}"/>
              </a:ext>
            </a:extLst>
          </p:cNvPr>
          <p:cNvGrpSpPr>
            <a:grpSpLocks/>
          </p:cNvGrpSpPr>
          <p:nvPr/>
        </p:nvGrpSpPr>
        <p:grpSpPr bwMode="auto">
          <a:xfrm>
            <a:off x="1631950" y="2235200"/>
            <a:ext cx="831850" cy="968375"/>
            <a:chOff x="1098" y="2349"/>
            <a:chExt cx="524" cy="610"/>
          </a:xfrm>
        </p:grpSpPr>
        <p:sp>
          <p:nvSpPr>
            <p:cNvPr id="9283" name="Line 6">
              <a:extLst>
                <a:ext uri="{FF2B5EF4-FFF2-40B4-BE49-F238E27FC236}">
                  <a16:creationId xmlns:a16="http://schemas.microsoft.com/office/drawing/2014/main" id="{03B70161-1A05-4AA4-D4AC-BB7B46A7E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84" name="Line 7">
              <a:extLst>
                <a:ext uri="{FF2B5EF4-FFF2-40B4-BE49-F238E27FC236}">
                  <a16:creationId xmlns:a16="http://schemas.microsoft.com/office/drawing/2014/main" id="{A01299FF-F0CB-2D22-12CC-60FEAB3A0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85" name="Line 8">
              <a:extLst>
                <a:ext uri="{FF2B5EF4-FFF2-40B4-BE49-F238E27FC236}">
                  <a16:creationId xmlns:a16="http://schemas.microsoft.com/office/drawing/2014/main" id="{B6EC8493-9D35-9B32-82D0-4774BBFA0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9222" name="Group 9">
            <a:extLst>
              <a:ext uri="{FF2B5EF4-FFF2-40B4-BE49-F238E27FC236}">
                <a16:creationId xmlns:a16="http://schemas.microsoft.com/office/drawing/2014/main" id="{79A159EE-A2DF-E5A2-CE6A-7F0DC92FF5AB}"/>
              </a:ext>
            </a:extLst>
          </p:cNvPr>
          <p:cNvGrpSpPr>
            <a:grpSpLocks/>
          </p:cNvGrpSpPr>
          <p:nvPr/>
        </p:nvGrpSpPr>
        <p:grpSpPr bwMode="auto">
          <a:xfrm>
            <a:off x="2928938" y="2235200"/>
            <a:ext cx="831850" cy="968375"/>
            <a:chOff x="1098" y="2349"/>
            <a:chExt cx="524" cy="610"/>
          </a:xfrm>
        </p:grpSpPr>
        <p:sp>
          <p:nvSpPr>
            <p:cNvPr id="9280" name="Line 10">
              <a:extLst>
                <a:ext uri="{FF2B5EF4-FFF2-40B4-BE49-F238E27FC236}">
                  <a16:creationId xmlns:a16="http://schemas.microsoft.com/office/drawing/2014/main" id="{C04142C8-E96A-EBBA-0FF0-15A3DC7C7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81" name="Line 11">
              <a:extLst>
                <a:ext uri="{FF2B5EF4-FFF2-40B4-BE49-F238E27FC236}">
                  <a16:creationId xmlns:a16="http://schemas.microsoft.com/office/drawing/2014/main" id="{D2516EEE-AC9F-1470-EAA7-875FA8768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82" name="Line 12">
              <a:extLst>
                <a:ext uri="{FF2B5EF4-FFF2-40B4-BE49-F238E27FC236}">
                  <a16:creationId xmlns:a16="http://schemas.microsoft.com/office/drawing/2014/main" id="{C95E8FCC-7F6A-FDCA-B745-E303216C4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9223" name="Group 13">
            <a:extLst>
              <a:ext uri="{FF2B5EF4-FFF2-40B4-BE49-F238E27FC236}">
                <a16:creationId xmlns:a16="http://schemas.microsoft.com/office/drawing/2014/main" id="{40DEDA19-555F-0EFC-45E2-A9BFFC61A6B7}"/>
              </a:ext>
            </a:extLst>
          </p:cNvPr>
          <p:cNvGrpSpPr>
            <a:grpSpLocks/>
          </p:cNvGrpSpPr>
          <p:nvPr/>
        </p:nvGrpSpPr>
        <p:grpSpPr bwMode="auto">
          <a:xfrm>
            <a:off x="4183063" y="2235200"/>
            <a:ext cx="831850" cy="968375"/>
            <a:chOff x="1098" y="2349"/>
            <a:chExt cx="524" cy="610"/>
          </a:xfrm>
        </p:grpSpPr>
        <p:sp>
          <p:nvSpPr>
            <p:cNvPr id="9277" name="Line 14">
              <a:extLst>
                <a:ext uri="{FF2B5EF4-FFF2-40B4-BE49-F238E27FC236}">
                  <a16:creationId xmlns:a16="http://schemas.microsoft.com/office/drawing/2014/main" id="{78E7A08A-6BF1-ED2B-E497-1987E9B23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78" name="Line 15">
              <a:extLst>
                <a:ext uri="{FF2B5EF4-FFF2-40B4-BE49-F238E27FC236}">
                  <a16:creationId xmlns:a16="http://schemas.microsoft.com/office/drawing/2014/main" id="{921B93F8-7996-08A6-2E0D-99D5BB2DB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79" name="Line 16">
              <a:extLst>
                <a:ext uri="{FF2B5EF4-FFF2-40B4-BE49-F238E27FC236}">
                  <a16:creationId xmlns:a16="http://schemas.microsoft.com/office/drawing/2014/main" id="{61DA18FA-8E98-0558-B9BD-89922120D4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9224" name="Group 17">
            <a:extLst>
              <a:ext uri="{FF2B5EF4-FFF2-40B4-BE49-F238E27FC236}">
                <a16:creationId xmlns:a16="http://schemas.microsoft.com/office/drawing/2014/main" id="{03663A23-D67C-5D51-856A-5FA37909C87E}"/>
              </a:ext>
            </a:extLst>
          </p:cNvPr>
          <p:cNvGrpSpPr>
            <a:grpSpLocks/>
          </p:cNvGrpSpPr>
          <p:nvPr/>
        </p:nvGrpSpPr>
        <p:grpSpPr bwMode="auto">
          <a:xfrm>
            <a:off x="7100888" y="2235200"/>
            <a:ext cx="831850" cy="968375"/>
            <a:chOff x="1098" y="2349"/>
            <a:chExt cx="524" cy="610"/>
          </a:xfrm>
        </p:grpSpPr>
        <p:sp>
          <p:nvSpPr>
            <p:cNvPr id="9274" name="Line 18">
              <a:extLst>
                <a:ext uri="{FF2B5EF4-FFF2-40B4-BE49-F238E27FC236}">
                  <a16:creationId xmlns:a16="http://schemas.microsoft.com/office/drawing/2014/main" id="{171C473A-085A-8A20-2EA4-5D5F88185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75" name="Line 19">
              <a:extLst>
                <a:ext uri="{FF2B5EF4-FFF2-40B4-BE49-F238E27FC236}">
                  <a16:creationId xmlns:a16="http://schemas.microsoft.com/office/drawing/2014/main" id="{B2904991-678C-B1DD-9865-E162365DE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76" name="Line 20">
              <a:extLst>
                <a:ext uri="{FF2B5EF4-FFF2-40B4-BE49-F238E27FC236}">
                  <a16:creationId xmlns:a16="http://schemas.microsoft.com/office/drawing/2014/main" id="{59E97260-904A-47EB-66C1-9947BEFC8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sp>
        <p:nvSpPr>
          <p:cNvPr id="9225" name="Text Box 21">
            <a:extLst>
              <a:ext uri="{FF2B5EF4-FFF2-40B4-BE49-F238E27FC236}">
                <a16:creationId xmlns:a16="http://schemas.microsoft.com/office/drawing/2014/main" id="{D0468888-527D-7CE0-4C89-0230C3888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2524125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000">
                <a:solidFill>
                  <a:schemeClr val="bg1"/>
                </a:solidFill>
                <a:latin typeface="Arial" panose="020B0604020202020204" pitchFamily="34" charset="0"/>
              </a:rPr>
              <a:t>……</a:t>
            </a:r>
          </a:p>
        </p:txBody>
      </p:sp>
      <p:sp>
        <p:nvSpPr>
          <p:cNvPr id="9226" name="Line 22">
            <a:extLst>
              <a:ext uri="{FF2B5EF4-FFF2-40B4-BE49-F238E27FC236}">
                <a16:creationId xmlns:a16="http://schemas.microsoft.com/office/drawing/2014/main" id="{02EC2C41-538E-3A88-1036-E455CAE59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6050" y="2236788"/>
            <a:ext cx="0" cy="3206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BD"/>
          </a:p>
        </p:txBody>
      </p:sp>
      <p:sp>
        <p:nvSpPr>
          <p:cNvPr id="9227" name="Text Box 23">
            <a:extLst>
              <a:ext uri="{FF2B5EF4-FFF2-40B4-BE49-F238E27FC236}">
                <a16:creationId xmlns:a16="http://schemas.microsoft.com/office/drawing/2014/main" id="{52432D17-9ECC-7CB5-2054-B98FDC4E7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25241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TW" sz="180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9228" name="Group 24">
            <a:extLst>
              <a:ext uri="{FF2B5EF4-FFF2-40B4-BE49-F238E27FC236}">
                <a16:creationId xmlns:a16="http://schemas.microsoft.com/office/drawing/2014/main" id="{D08EA84D-70B9-6B97-0E8E-AE1E5628C5DC}"/>
              </a:ext>
            </a:extLst>
          </p:cNvPr>
          <p:cNvGrpSpPr>
            <a:grpSpLocks/>
          </p:cNvGrpSpPr>
          <p:nvPr/>
        </p:nvGrpSpPr>
        <p:grpSpPr bwMode="auto">
          <a:xfrm>
            <a:off x="1530350" y="5094288"/>
            <a:ext cx="831850" cy="968375"/>
            <a:chOff x="1098" y="2349"/>
            <a:chExt cx="524" cy="610"/>
          </a:xfrm>
        </p:grpSpPr>
        <p:sp>
          <p:nvSpPr>
            <p:cNvPr id="9271" name="Line 25">
              <a:extLst>
                <a:ext uri="{FF2B5EF4-FFF2-40B4-BE49-F238E27FC236}">
                  <a16:creationId xmlns:a16="http://schemas.microsoft.com/office/drawing/2014/main" id="{85D009BF-B9CF-1D0F-B764-6DB7797BA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72" name="Line 26">
              <a:extLst>
                <a:ext uri="{FF2B5EF4-FFF2-40B4-BE49-F238E27FC236}">
                  <a16:creationId xmlns:a16="http://schemas.microsoft.com/office/drawing/2014/main" id="{18105B52-0C00-4087-D7FA-D1A562FBB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73" name="Line 27">
              <a:extLst>
                <a:ext uri="{FF2B5EF4-FFF2-40B4-BE49-F238E27FC236}">
                  <a16:creationId xmlns:a16="http://schemas.microsoft.com/office/drawing/2014/main" id="{DA84413E-1FFF-5E8B-FD3A-9BCBCF677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9229" name="Group 28">
            <a:extLst>
              <a:ext uri="{FF2B5EF4-FFF2-40B4-BE49-F238E27FC236}">
                <a16:creationId xmlns:a16="http://schemas.microsoft.com/office/drawing/2014/main" id="{094E911D-2443-CDED-4FB0-A9C425611BEA}"/>
              </a:ext>
            </a:extLst>
          </p:cNvPr>
          <p:cNvGrpSpPr>
            <a:grpSpLocks/>
          </p:cNvGrpSpPr>
          <p:nvPr/>
        </p:nvGrpSpPr>
        <p:grpSpPr bwMode="auto">
          <a:xfrm>
            <a:off x="2827338" y="5094288"/>
            <a:ext cx="831850" cy="968375"/>
            <a:chOff x="1098" y="2349"/>
            <a:chExt cx="524" cy="610"/>
          </a:xfrm>
        </p:grpSpPr>
        <p:sp>
          <p:nvSpPr>
            <p:cNvPr id="9268" name="Line 29">
              <a:extLst>
                <a:ext uri="{FF2B5EF4-FFF2-40B4-BE49-F238E27FC236}">
                  <a16:creationId xmlns:a16="http://schemas.microsoft.com/office/drawing/2014/main" id="{CAC9C7D7-8D45-B3E6-0066-B1C8EB643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69" name="Line 30">
              <a:extLst>
                <a:ext uri="{FF2B5EF4-FFF2-40B4-BE49-F238E27FC236}">
                  <a16:creationId xmlns:a16="http://schemas.microsoft.com/office/drawing/2014/main" id="{845867C3-B53F-ABF3-8049-F59F218CF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70" name="Line 31">
              <a:extLst>
                <a:ext uri="{FF2B5EF4-FFF2-40B4-BE49-F238E27FC236}">
                  <a16:creationId xmlns:a16="http://schemas.microsoft.com/office/drawing/2014/main" id="{402EA4F1-1944-041C-6385-5A753EACF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9230" name="Group 32">
            <a:extLst>
              <a:ext uri="{FF2B5EF4-FFF2-40B4-BE49-F238E27FC236}">
                <a16:creationId xmlns:a16="http://schemas.microsoft.com/office/drawing/2014/main" id="{253B636B-5710-9E93-7672-4955A28817C8}"/>
              </a:ext>
            </a:extLst>
          </p:cNvPr>
          <p:cNvGrpSpPr>
            <a:grpSpLocks/>
          </p:cNvGrpSpPr>
          <p:nvPr/>
        </p:nvGrpSpPr>
        <p:grpSpPr bwMode="auto">
          <a:xfrm>
            <a:off x="4081463" y="5094288"/>
            <a:ext cx="831850" cy="968375"/>
            <a:chOff x="1098" y="2349"/>
            <a:chExt cx="524" cy="610"/>
          </a:xfrm>
        </p:grpSpPr>
        <p:sp>
          <p:nvSpPr>
            <p:cNvPr id="9265" name="Line 33">
              <a:extLst>
                <a:ext uri="{FF2B5EF4-FFF2-40B4-BE49-F238E27FC236}">
                  <a16:creationId xmlns:a16="http://schemas.microsoft.com/office/drawing/2014/main" id="{615738AD-6AEA-41E7-6944-B3302A53E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66" name="Line 34">
              <a:extLst>
                <a:ext uri="{FF2B5EF4-FFF2-40B4-BE49-F238E27FC236}">
                  <a16:creationId xmlns:a16="http://schemas.microsoft.com/office/drawing/2014/main" id="{D56E66A5-7154-EE6B-306F-D4CFF9046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67" name="Line 35">
              <a:extLst>
                <a:ext uri="{FF2B5EF4-FFF2-40B4-BE49-F238E27FC236}">
                  <a16:creationId xmlns:a16="http://schemas.microsoft.com/office/drawing/2014/main" id="{F37D3747-045F-93A9-F7FF-52E5BDA8B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9231" name="Group 36">
            <a:extLst>
              <a:ext uri="{FF2B5EF4-FFF2-40B4-BE49-F238E27FC236}">
                <a16:creationId xmlns:a16="http://schemas.microsoft.com/office/drawing/2014/main" id="{14D2E189-E539-5135-57B3-3123A317B6AF}"/>
              </a:ext>
            </a:extLst>
          </p:cNvPr>
          <p:cNvGrpSpPr>
            <a:grpSpLocks/>
          </p:cNvGrpSpPr>
          <p:nvPr/>
        </p:nvGrpSpPr>
        <p:grpSpPr bwMode="auto">
          <a:xfrm>
            <a:off x="5402263" y="5094288"/>
            <a:ext cx="831850" cy="968375"/>
            <a:chOff x="1098" y="2349"/>
            <a:chExt cx="524" cy="610"/>
          </a:xfrm>
        </p:grpSpPr>
        <p:sp>
          <p:nvSpPr>
            <p:cNvPr id="9262" name="Line 37">
              <a:extLst>
                <a:ext uri="{FF2B5EF4-FFF2-40B4-BE49-F238E27FC236}">
                  <a16:creationId xmlns:a16="http://schemas.microsoft.com/office/drawing/2014/main" id="{7D770483-17F5-C5E5-6085-FA63BD227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63" name="Line 38">
              <a:extLst>
                <a:ext uri="{FF2B5EF4-FFF2-40B4-BE49-F238E27FC236}">
                  <a16:creationId xmlns:a16="http://schemas.microsoft.com/office/drawing/2014/main" id="{F57B3F28-A182-5D8C-3054-2A793E764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9264" name="Line 39">
              <a:extLst>
                <a:ext uri="{FF2B5EF4-FFF2-40B4-BE49-F238E27FC236}">
                  <a16:creationId xmlns:a16="http://schemas.microsoft.com/office/drawing/2014/main" id="{AA41E17A-2EE9-40A6-12C5-00915FD2C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9232" name="Group 40">
            <a:extLst>
              <a:ext uri="{FF2B5EF4-FFF2-40B4-BE49-F238E27FC236}">
                <a16:creationId xmlns:a16="http://schemas.microsoft.com/office/drawing/2014/main" id="{337E8340-881E-916E-E80E-0C6F8A376690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5056188"/>
            <a:ext cx="788987" cy="209550"/>
            <a:chOff x="2610" y="3013"/>
            <a:chExt cx="497" cy="132"/>
          </a:xfrm>
        </p:grpSpPr>
        <p:sp>
          <p:nvSpPr>
            <p:cNvPr id="9260" name="Rectangle 41">
              <a:extLst>
                <a:ext uri="{FF2B5EF4-FFF2-40B4-BE49-F238E27FC236}">
                  <a16:creationId xmlns:a16="http://schemas.microsoft.com/office/drawing/2014/main" id="{9BEA31DE-7AC6-06A5-3DCA-1CEE72621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3041"/>
              <a:ext cx="497" cy="6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9261" name="Text Box 42">
              <a:extLst>
                <a:ext uri="{FF2B5EF4-FFF2-40B4-BE49-F238E27FC236}">
                  <a16:creationId xmlns:a16="http://schemas.microsoft.com/office/drawing/2014/main" id="{8DBB849E-E461-1F6E-39B2-14F52F472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7" y="3013"/>
              <a:ext cx="18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7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.1</a:t>
              </a:r>
            </a:p>
          </p:txBody>
        </p:sp>
      </p:grpSp>
      <p:grpSp>
        <p:nvGrpSpPr>
          <p:cNvPr id="9233" name="Group 43">
            <a:extLst>
              <a:ext uri="{FF2B5EF4-FFF2-40B4-BE49-F238E27FC236}">
                <a16:creationId xmlns:a16="http://schemas.microsoft.com/office/drawing/2014/main" id="{5FD7EF89-08F4-124A-0AA5-983935C35328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5202238"/>
            <a:ext cx="788987" cy="469900"/>
            <a:chOff x="2610" y="3105"/>
            <a:chExt cx="497" cy="296"/>
          </a:xfrm>
        </p:grpSpPr>
        <p:sp>
          <p:nvSpPr>
            <p:cNvPr id="9258" name="Rectangle 44">
              <a:extLst>
                <a:ext uri="{FF2B5EF4-FFF2-40B4-BE49-F238E27FC236}">
                  <a16:creationId xmlns:a16="http://schemas.microsoft.com/office/drawing/2014/main" id="{E059AA63-B633-524E-3944-7828EC2C4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3105"/>
              <a:ext cx="497" cy="29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9259" name="Text Box 45">
              <a:extLst>
                <a:ext uri="{FF2B5EF4-FFF2-40B4-BE49-F238E27FC236}">
                  <a16:creationId xmlns:a16="http://schemas.microsoft.com/office/drawing/2014/main" id="{02DA29BB-0C43-FA55-EFB0-0AE32ED4D7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7" y="3176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9234" name="Group 70">
            <a:extLst>
              <a:ext uri="{FF2B5EF4-FFF2-40B4-BE49-F238E27FC236}">
                <a16:creationId xmlns:a16="http://schemas.microsoft.com/office/drawing/2014/main" id="{0676262E-0357-8291-0AC7-457A6BBF8FC4}"/>
              </a:ext>
            </a:extLst>
          </p:cNvPr>
          <p:cNvGrpSpPr>
            <a:grpSpLocks/>
          </p:cNvGrpSpPr>
          <p:nvPr/>
        </p:nvGrpSpPr>
        <p:grpSpPr bwMode="auto">
          <a:xfrm>
            <a:off x="4097338" y="5672138"/>
            <a:ext cx="788987" cy="363537"/>
            <a:chOff x="2581" y="3573"/>
            <a:chExt cx="497" cy="229"/>
          </a:xfrm>
        </p:grpSpPr>
        <p:sp>
          <p:nvSpPr>
            <p:cNvPr id="9256" name="Rectangle 47">
              <a:extLst>
                <a:ext uri="{FF2B5EF4-FFF2-40B4-BE49-F238E27FC236}">
                  <a16:creationId xmlns:a16="http://schemas.microsoft.com/office/drawing/2014/main" id="{112D05E1-0405-E812-8C39-E76B0C598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1" y="3573"/>
              <a:ext cx="497" cy="229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9257" name="Text Box 48">
              <a:extLst>
                <a:ext uri="{FF2B5EF4-FFF2-40B4-BE49-F238E27FC236}">
                  <a16:creationId xmlns:a16="http://schemas.microsoft.com/office/drawing/2014/main" id="{6C7DF26F-2845-246F-6953-7E0B089B4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8" y="3608"/>
              <a:ext cx="189" cy="143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.4</a:t>
              </a:r>
            </a:p>
          </p:txBody>
        </p:sp>
      </p:grpSp>
      <p:grpSp>
        <p:nvGrpSpPr>
          <p:cNvPr id="9235" name="Group 49">
            <a:extLst>
              <a:ext uri="{FF2B5EF4-FFF2-40B4-BE49-F238E27FC236}">
                <a16:creationId xmlns:a16="http://schemas.microsoft.com/office/drawing/2014/main" id="{18BA428F-7A46-40D2-6195-6690A2AAE546}"/>
              </a:ext>
            </a:extLst>
          </p:cNvPr>
          <p:cNvGrpSpPr>
            <a:grpSpLocks/>
          </p:cNvGrpSpPr>
          <p:nvPr/>
        </p:nvGrpSpPr>
        <p:grpSpPr bwMode="auto">
          <a:xfrm>
            <a:off x="5411788" y="5286375"/>
            <a:ext cx="788987" cy="554038"/>
            <a:chOff x="3409" y="3330"/>
            <a:chExt cx="497" cy="349"/>
          </a:xfrm>
        </p:grpSpPr>
        <p:sp>
          <p:nvSpPr>
            <p:cNvPr id="9254" name="Rectangle 50">
              <a:extLst>
                <a:ext uri="{FF2B5EF4-FFF2-40B4-BE49-F238E27FC236}">
                  <a16:creationId xmlns:a16="http://schemas.microsoft.com/office/drawing/2014/main" id="{474F50E9-B1BF-2E80-1FB7-C5669CBBF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3330"/>
              <a:ext cx="497" cy="3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9255" name="Text Box 51">
              <a:extLst>
                <a:ext uri="{FF2B5EF4-FFF2-40B4-BE49-F238E27FC236}">
                  <a16:creationId xmlns:a16="http://schemas.microsoft.com/office/drawing/2014/main" id="{52E83E86-ADD6-CE0E-3316-322EF895F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0" y="3424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.6</a:t>
              </a:r>
            </a:p>
          </p:txBody>
        </p:sp>
      </p:grpSp>
      <p:grpSp>
        <p:nvGrpSpPr>
          <p:cNvPr id="9236" name="Group 52">
            <a:extLst>
              <a:ext uri="{FF2B5EF4-FFF2-40B4-BE49-F238E27FC236}">
                <a16:creationId xmlns:a16="http://schemas.microsoft.com/office/drawing/2014/main" id="{D75D3B69-F352-235A-5BAF-00ED5C5879D0}"/>
              </a:ext>
            </a:extLst>
          </p:cNvPr>
          <p:cNvGrpSpPr>
            <a:grpSpLocks/>
          </p:cNvGrpSpPr>
          <p:nvPr/>
        </p:nvGrpSpPr>
        <p:grpSpPr bwMode="auto">
          <a:xfrm>
            <a:off x="5411788" y="5834063"/>
            <a:ext cx="788987" cy="227012"/>
            <a:chOff x="3438" y="3503"/>
            <a:chExt cx="497" cy="143"/>
          </a:xfrm>
        </p:grpSpPr>
        <p:sp>
          <p:nvSpPr>
            <p:cNvPr id="9252" name="Rectangle 53">
              <a:extLst>
                <a:ext uri="{FF2B5EF4-FFF2-40B4-BE49-F238E27FC236}">
                  <a16:creationId xmlns:a16="http://schemas.microsoft.com/office/drawing/2014/main" id="{3DE43DB1-3D7C-E68E-1EC9-212CC27FB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3507"/>
              <a:ext cx="497" cy="12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9253" name="Text Box 54">
              <a:extLst>
                <a:ext uri="{FF2B5EF4-FFF2-40B4-BE49-F238E27FC236}">
                  <a16:creationId xmlns:a16="http://schemas.microsoft.com/office/drawing/2014/main" id="{875FEA88-86B3-9BFC-3530-7ADD83A07E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3503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9237" name="Group 55">
            <a:extLst>
              <a:ext uri="{FF2B5EF4-FFF2-40B4-BE49-F238E27FC236}">
                <a16:creationId xmlns:a16="http://schemas.microsoft.com/office/drawing/2014/main" id="{9AB97AA8-20D0-8CAA-F7A5-35C0B3D4A0BF}"/>
              </a:ext>
            </a:extLst>
          </p:cNvPr>
          <p:cNvGrpSpPr>
            <a:grpSpLocks/>
          </p:cNvGrpSpPr>
          <p:nvPr/>
        </p:nvGrpSpPr>
        <p:grpSpPr bwMode="auto">
          <a:xfrm>
            <a:off x="2840038" y="5381625"/>
            <a:ext cx="788987" cy="649288"/>
            <a:chOff x="1818" y="3218"/>
            <a:chExt cx="497" cy="409"/>
          </a:xfrm>
        </p:grpSpPr>
        <p:sp>
          <p:nvSpPr>
            <p:cNvPr id="9250" name="Rectangle 56">
              <a:extLst>
                <a:ext uri="{FF2B5EF4-FFF2-40B4-BE49-F238E27FC236}">
                  <a16:creationId xmlns:a16="http://schemas.microsoft.com/office/drawing/2014/main" id="{E3387647-E79A-DC1B-1B88-B3565424F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3218"/>
              <a:ext cx="497" cy="409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9251" name="Text Box 57">
              <a:extLst>
                <a:ext uri="{FF2B5EF4-FFF2-40B4-BE49-F238E27FC236}">
                  <a16:creationId xmlns:a16="http://schemas.microsoft.com/office/drawing/2014/main" id="{FC4F66E9-23F2-8A0D-8B9E-72A8E4F42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3377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.7</a:t>
              </a:r>
            </a:p>
          </p:txBody>
        </p:sp>
      </p:grpSp>
      <p:grpSp>
        <p:nvGrpSpPr>
          <p:cNvPr id="9238" name="Group 58">
            <a:extLst>
              <a:ext uri="{FF2B5EF4-FFF2-40B4-BE49-F238E27FC236}">
                <a16:creationId xmlns:a16="http://schemas.microsoft.com/office/drawing/2014/main" id="{AAFBB735-F978-DD27-25FE-3154DB8F3A32}"/>
              </a:ext>
            </a:extLst>
          </p:cNvPr>
          <p:cNvGrpSpPr>
            <a:grpSpLocks/>
          </p:cNvGrpSpPr>
          <p:nvPr/>
        </p:nvGrpSpPr>
        <p:grpSpPr bwMode="auto">
          <a:xfrm>
            <a:off x="2846388" y="5189538"/>
            <a:ext cx="788987" cy="227012"/>
            <a:chOff x="1822" y="3097"/>
            <a:chExt cx="497" cy="143"/>
          </a:xfrm>
        </p:grpSpPr>
        <p:sp>
          <p:nvSpPr>
            <p:cNvPr id="9248" name="Rectangle 59">
              <a:extLst>
                <a:ext uri="{FF2B5EF4-FFF2-40B4-BE49-F238E27FC236}">
                  <a16:creationId xmlns:a16="http://schemas.microsoft.com/office/drawing/2014/main" id="{49D8CFCF-3A2B-6CCF-D3A1-0C07CCB08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2" y="3099"/>
              <a:ext cx="497" cy="120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9249" name="Text Box 60">
              <a:extLst>
                <a:ext uri="{FF2B5EF4-FFF2-40B4-BE49-F238E27FC236}">
                  <a16:creationId xmlns:a16="http://schemas.microsoft.com/office/drawing/2014/main" id="{6C3141FE-B2E6-791F-8439-3F762790B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3097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9239" name="Group 61">
            <a:extLst>
              <a:ext uri="{FF2B5EF4-FFF2-40B4-BE49-F238E27FC236}">
                <a16:creationId xmlns:a16="http://schemas.microsoft.com/office/drawing/2014/main" id="{9137D443-AE27-E88A-254D-CB9A33B2AA99}"/>
              </a:ext>
            </a:extLst>
          </p:cNvPr>
          <p:cNvGrpSpPr>
            <a:grpSpLocks/>
          </p:cNvGrpSpPr>
          <p:nvPr/>
        </p:nvGrpSpPr>
        <p:grpSpPr bwMode="auto">
          <a:xfrm>
            <a:off x="1549400" y="5562600"/>
            <a:ext cx="788988" cy="469900"/>
            <a:chOff x="1005" y="3332"/>
            <a:chExt cx="497" cy="296"/>
          </a:xfrm>
        </p:grpSpPr>
        <p:sp>
          <p:nvSpPr>
            <p:cNvPr id="9246" name="Rectangle 62">
              <a:extLst>
                <a:ext uri="{FF2B5EF4-FFF2-40B4-BE49-F238E27FC236}">
                  <a16:creationId xmlns:a16="http://schemas.microsoft.com/office/drawing/2014/main" id="{812EA07B-2C61-6BA9-AE8F-9CE2D6883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" y="3332"/>
              <a:ext cx="497" cy="296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9247" name="Text Box 63">
              <a:extLst>
                <a:ext uri="{FF2B5EF4-FFF2-40B4-BE49-F238E27FC236}">
                  <a16:creationId xmlns:a16="http://schemas.microsoft.com/office/drawing/2014/main" id="{951C8BA8-80D2-E3D4-7D2B-4C4C9A10A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9" y="3407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9240" name="Group 64">
            <a:extLst>
              <a:ext uri="{FF2B5EF4-FFF2-40B4-BE49-F238E27FC236}">
                <a16:creationId xmlns:a16="http://schemas.microsoft.com/office/drawing/2014/main" id="{92486034-7BB7-BAD8-2B11-ADE49AC8107A}"/>
              </a:ext>
            </a:extLst>
          </p:cNvPr>
          <p:cNvGrpSpPr>
            <a:grpSpLocks/>
          </p:cNvGrpSpPr>
          <p:nvPr/>
        </p:nvGrpSpPr>
        <p:grpSpPr bwMode="auto">
          <a:xfrm>
            <a:off x="1549400" y="5095875"/>
            <a:ext cx="788988" cy="469900"/>
            <a:chOff x="1005" y="3038"/>
            <a:chExt cx="497" cy="296"/>
          </a:xfrm>
        </p:grpSpPr>
        <p:sp>
          <p:nvSpPr>
            <p:cNvPr id="9244" name="Rectangle 65">
              <a:extLst>
                <a:ext uri="{FF2B5EF4-FFF2-40B4-BE49-F238E27FC236}">
                  <a16:creationId xmlns:a16="http://schemas.microsoft.com/office/drawing/2014/main" id="{CCFB0707-E107-8164-0677-32CBAEC61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" y="3038"/>
              <a:ext cx="497" cy="29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9245" name="Text Box 66">
              <a:extLst>
                <a:ext uri="{FF2B5EF4-FFF2-40B4-BE49-F238E27FC236}">
                  <a16:creationId xmlns:a16="http://schemas.microsoft.com/office/drawing/2014/main" id="{9AE5D713-EADC-7642-CC2A-A5EDEBF092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8" y="3111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sp>
        <p:nvSpPr>
          <p:cNvPr id="9241" name="Text Box 67">
            <a:extLst>
              <a:ext uri="{FF2B5EF4-FFF2-40B4-BE49-F238E27FC236}">
                <a16:creationId xmlns:a16="http://schemas.microsoft.com/office/drawing/2014/main" id="{7CBDC930-7E7F-E6DA-2045-6738DB1A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2775" y="5264150"/>
            <a:ext cx="984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TW" b="1" i="1">
                <a:solidFill>
                  <a:srgbClr val="FF99FF"/>
                </a:solidFill>
              </a:rPr>
              <a:t>N</a:t>
            </a:r>
            <a:r>
              <a:rPr lang="en-US" altLang="zh-TW" b="1" baseline="-25000">
                <a:solidFill>
                  <a:srgbClr val="FF99FF"/>
                </a:solidFill>
              </a:rPr>
              <a:t>0</a:t>
            </a:r>
            <a:r>
              <a:rPr lang="en-US" altLang="zh-TW" b="1">
                <a:solidFill>
                  <a:srgbClr val="FF99FF"/>
                </a:solidFill>
              </a:rPr>
              <a:t> </a:t>
            </a:r>
            <a:r>
              <a:rPr lang="en-US" altLang="zh-TW" b="1" i="1">
                <a:solidFill>
                  <a:srgbClr val="FF99FF"/>
                </a:solidFill>
              </a:rPr>
              <a:t>= 4</a:t>
            </a:r>
          </a:p>
        </p:txBody>
      </p:sp>
      <p:sp>
        <p:nvSpPr>
          <p:cNvPr id="9242" name="Text Box 68">
            <a:extLst>
              <a:ext uri="{FF2B5EF4-FFF2-40B4-BE49-F238E27FC236}">
                <a16:creationId xmlns:a16="http://schemas.microsoft.com/office/drawing/2014/main" id="{8735FB12-7E1C-AB35-8FDF-69533F042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013" y="4316413"/>
            <a:ext cx="2776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800">
                <a:solidFill>
                  <a:srgbClr val="99FFCC"/>
                </a:solidFill>
                <a:latin typeface="Arial" panose="020B0604020202020204" pitchFamily="34" charset="0"/>
              </a:rPr>
              <a:t>Optimal Packing</a:t>
            </a:r>
          </a:p>
        </p:txBody>
      </p:sp>
      <p:sp>
        <p:nvSpPr>
          <p:cNvPr id="9243" name="Line 69">
            <a:extLst>
              <a:ext uri="{FF2B5EF4-FFF2-40B4-BE49-F238E27FC236}">
                <a16:creationId xmlns:a16="http://schemas.microsoft.com/office/drawing/2014/main" id="{1E1C5ACD-D785-67B3-F996-2DBF5E7434D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16050" y="2857500"/>
            <a:ext cx="0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3">
            <a:extLst>
              <a:ext uri="{FF2B5EF4-FFF2-40B4-BE49-F238E27FC236}">
                <a16:creationId xmlns:a16="http://schemas.microsoft.com/office/drawing/2014/main" id="{76324305-840B-998F-A676-CE71E169A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825" y="1435100"/>
            <a:ext cx="348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800">
                <a:solidFill>
                  <a:srgbClr val="FF66CC"/>
                </a:solidFill>
                <a:latin typeface="Arial" panose="020B0604020202020204" pitchFamily="34" charset="0"/>
              </a:rPr>
              <a:t>Bin Packing Problem</a:t>
            </a:r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B7A3EEA4-15E0-4956-0FB6-264BF4DCE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825" y="3946525"/>
            <a:ext cx="4378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800">
                <a:solidFill>
                  <a:srgbClr val="FFCC00"/>
                </a:solidFill>
                <a:latin typeface="Arial" panose="020B0604020202020204" pitchFamily="34" charset="0"/>
              </a:rPr>
              <a:t>Next Fit Packing Algorithm</a:t>
            </a:r>
          </a:p>
        </p:txBody>
      </p:sp>
      <p:grpSp>
        <p:nvGrpSpPr>
          <p:cNvPr id="2" name="Group 103">
            <a:extLst>
              <a:ext uri="{FF2B5EF4-FFF2-40B4-BE49-F238E27FC236}">
                <a16:creationId xmlns:a16="http://schemas.microsoft.com/office/drawing/2014/main" id="{AAC97315-3902-FEFA-3192-4B4965D70B9D}"/>
              </a:ext>
            </a:extLst>
          </p:cNvPr>
          <p:cNvGrpSpPr>
            <a:grpSpLocks/>
          </p:cNvGrpSpPr>
          <p:nvPr/>
        </p:nvGrpSpPr>
        <p:grpSpPr bwMode="auto">
          <a:xfrm>
            <a:off x="1468438" y="4611688"/>
            <a:ext cx="7326312" cy="968375"/>
            <a:chOff x="925" y="2905"/>
            <a:chExt cx="4615" cy="610"/>
          </a:xfrm>
        </p:grpSpPr>
        <p:grpSp>
          <p:nvGrpSpPr>
            <p:cNvPr id="1103" name="Group 6">
              <a:extLst>
                <a:ext uri="{FF2B5EF4-FFF2-40B4-BE49-F238E27FC236}">
                  <a16:creationId xmlns:a16="http://schemas.microsoft.com/office/drawing/2014/main" id="{4708279A-91A1-00E8-24E8-2AC33FEA7B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" y="2905"/>
              <a:ext cx="524" cy="610"/>
              <a:chOff x="1098" y="2349"/>
              <a:chExt cx="524" cy="610"/>
            </a:xfrm>
          </p:grpSpPr>
          <p:sp>
            <p:nvSpPr>
              <p:cNvPr id="1124" name="Line 7">
                <a:extLst>
                  <a:ext uri="{FF2B5EF4-FFF2-40B4-BE49-F238E27FC236}">
                    <a16:creationId xmlns:a16="http://schemas.microsoft.com/office/drawing/2014/main" id="{81BC326F-9E0B-CB47-F44D-6BB2B8BEB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25" name="Line 8">
                <a:extLst>
                  <a:ext uri="{FF2B5EF4-FFF2-40B4-BE49-F238E27FC236}">
                    <a16:creationId xmlns:a16="http://schemas.microsoft.com/office/drawing/2014/main" id="{BFC813A9-7A85-ACCF-E105-703094BA7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26" name="Line 9">
                <a:extLst>
                  <a:ext uri="{FF2B5EF4-FFF2-40B4-BE49-F238E27FC236}">
                    <a16:creationId xmlns:a16="http://schemas.microsoft.com/office/drawing/2014/main" id="{3F134732-47EC-82F5-7F9D-5E5856A8C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1104" name="Group 10">
              <a:extLst>
                <a:ext uri="{FF2B5EF4-FFF2-40B4-BE49-F238E27FC236}">
                  <a16:creationId xmlns:a16="http://schemas.microsoft.com/office/drawing/2014/main" id="{BA5F7025-2D15-5A81-8D6A-1FDC4A89D6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2" y="2905"/>
              <a:ext cx="524" cy="610"/>
              <a:chOff x="1098" y="2349"/>
              <a:chExt cx="524" cy="610"/>
            </a:xfrm>
          </p:grpSpPr>
          <p:sp>
            <p:nvSpPr>
              <p:cNvPr id="1121" name="Line 11">
                <a:extLst>
                  <a:ext uri="{FF2B5EF4-FFF2-40B4-BE49-F238E27FC236}">
                    <a16:creationId xmlns:a16="http://schemas.microsoft.com/office/drawing/2014/main" id="{FF5CE7D1-26B6-F4C8-1DF7-7C81E28DE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22" name="Line 12">
                <a:extLst>
                  <a:ext uri="{FF2B5EF4-FFF2-40B4-BE49-F238E27FC236}">
                    <a16:creationId xmlns:a16="http://schemas.microsoft.com/office/drawing/2014/main" id="{44F26750-BC2E-3DF9-9017-254BF6C2B9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23" name="Line 13">
                <a:extLst>
                  <a:ext uri="{FF2B5EF4-FFF2-40B4-BE49-F238E27FC236}">
                    <a16:creationId xmlns:a16="http://schemas.microsoft.com/office/drawing/2014/main" id="{805091C0-CED2-2B77-8D2D-31A3A7609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1105" name="Group 14">
              <a:extLst>
                <a:ext uri="{FF2B5EF4-FFF2-40B4-BE49-F238E27FC236}">
                  <a16:creationId xmlns:a16="http://schemas.microsoft.com/office/drawing/2014/main" id="{A61F5546-F8F7-0332-1FDA-BDEB59B2BB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" y="2905"/>
              <a:ext cx="524" cy="610"/>
              <a:chOff x="1098" y="2349"/>
              <a:chExt cx="524" cy="610"/>
            </a:xfrm>
          </p:grpSpPr>
          <p:sp>
            <p:nvSpPr>
              <p:cNvPr id="1118" name="Line 15">
                <a:extLst>
                  <a:ext uri="{FF2B5EF4-FFF2-40B4-BE49-F238E27FC236}">
                    <a16:creationId xmlns:a16="http://schemas.microsoft.com/office/drawing/2014/main" id="{5674A47C-9B90-82A6-905D-45C8AB9CF7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19" name="Line 16">
                <a:extLst>
                  <a:ext uri="{FF2B5EF4-FFF2-40B4-BE49-F238E27FC236}">
                    <a16:creationId xmlns:a16="http://schemas.microsoft.com/office/drawing/2014/main" id="{D7470C57-E705-453B-A0DB-58F784BCC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20" name="Line 17">
                <a:extLst>
                  <a:ext uri="{FF2B5EF4-FFF2-40B4-BE49-F238E27FC236}">
                    <a16:creationId xmlns:a16="http://schemas.microsoft.com/office/drawing/2014/main" id="{1E728F81-60CF-4DB8-482C-0A227AAFB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1106" name="Group 18">
              <a:extLst>
                <a:ext uri="{FF2B5EF4-FFF2-40B4-BE49-F238E27FC236}">
                  <a16:creationId xmlns:a16="http://schemas.microsoft.com/office/drawing/2014/main" id="{7FFD69E8-D3BB-29DC-A684-5A151181F8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4" y="2905"/>
              <a:ext cx="524" cy="610"/>
              <a:chOff x="1098" y="2349"/>
              <a:chExt cx="524" cy="610"/>
            </a:xfrm>
          </p:grpSpPr>
          <p:sp>
            <p:nvSpPr>
              <p:cNvPr id="1115" name="Line 19">
                <a:extLst>
                  <a:ext uri="{FF2B5EF4-FFF2-40B4-BE49-F238E27FC236}">
                    <a16:creationId xmlns:a16="http://schemas.microsoft.com/office/drawing/2014/main" id="{2B7CCD60-0700-D57F-FF4E-8989877D9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16" name="Line 20">
                <a:extLst>
                  <a:ext uri="{FF2B5EF4-FFF2-40B4-BE49-F238E27FC236}">
                    <a16:creationId xmlns:a16="http://schemas.microsoft.com/office/drawing/2014/main" id="{769D8A5A-715F-354E-D133-5D066A2E06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17" name="Line 21">
                <a:extLst>
                  <a:ext uri="{FF2B5EF4-FFF2-40B4-BE49-F238E27FC236}">
                    <a16:creationId xmlns:a16="http://schemas.microsoft.com/office/drawing/2014/main" id="{F339B461-68F6-545E-E527-975CCB9C4E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1107" name="Group 22">
              <a:extLst>
                <a:ext uri="{FF2B5EF4-FFF2-40B4-BE49-F238E27FC236}">
                  <a16:creationId xmlns:a16="http://schemas.microsoft.com/office/drawing/2014/main" id="{4AAC175D-6797-7C50-1D9C-088E5C9A17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9" y="2905"/>
              <a:ext cx="524" cy="610"/>
              <a:chOff x="1098" y="2349"/>
              <a:chExt cx="524" cy="610"/>
            </a:xfrm>
          </p:grpSpPr>
          <p:sp>
            <p:nvSpPr>
              <p:cNvPr id="1112" name="Line 23">
                <a:extLst>
                  <a:ext uri="{FF2B5EF4-FFF2-40B4-BE49-F238E27FC236}">
                    <a16:creationId xmlns:a16="http://schemas.microsoft.com/office/drawing/2014/main" id="{00BFC7EE-E0E9-6F42-984E-4AB00726D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13" name="Line 24">
                <a:extLst>
                  <a:ext uri="{FF2B5EF4-FFF2-40B4-BE49-F238E27FC236}">
                    <a16:creationId xmlns:a16="http://schemas.microsoft.com/office/drawing/2014/main" id="{27D4692E-D04F-9F63-A6E5-CD9656AAE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14" name="Line 25">
                <a:extLst>
                  <a:ext uri="{FF2B5EF4-FFF2-40B4-BE49-F238E27FC236}">
                    <a16:creationId xmlns:a16="http://schemas.microsoft.com/office/drawing/2014/main" id="{9FC6BDE5-CF48-93E8-AC83-25DFE96FE6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1108" name="Group 26">
              <a:extLst>
                <a:ext uri="{FF2B5EF4-FFF2-40B4-BE49-F238E27FC236}">
                  <a16:creationId xmlns:a16="http://schemas.microsoft.com/office/drawing/2014/main" id="{2EF7DD72-747F-7C6F-C802-AA795F3431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16" y="2905"/>
              <a:ext cx="524" cy="610"/>
              <a:chOff x="1098" y="2349"/>
              <a:chExt cx="524" cy="610"/>
            </a:xfrm>
          </p:grpSpPr>
          <p:sp>
            <p:nvSpPr>
              <p:cNvPr id="1109" name="Line 27">
                <a:extLst>
                  <a:ext uri="{FF2B5EF4-FFF2-40B4-BE49-F238E27FC236}">
                    <a16:creationId xmlns:a16="http://schemas.microsoft.com/office/drawing/2014/main" id="{7E425040-E2D9-A063-0A9C-185D3ECD2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10" name="Line 28">
                <a:extLst>
                  <a:ext uri="{FF2B5EF4-FFF2-40B4-BE49-F238E27FC236}">
                    <a16:creationId xmlns:a16="http://schemas.microsoft.com/office/drawing/2014/main" id="{0071B6B5-62BC-31C3-C047-18DDC15803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11" name="Line 29">
                <a:extLst>
                  <a:ext uri="{FF2B5EF4-FFF2-40B4-BE49-F238E27FC236}">
                    <a16:creationId xmlns:a16="http://schemas.microsoft.com/office/drawing/2014/main" id="{2BE346F1-B9B6-5580-927A-BB10F3DE2A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</p:grpSp>
      <p:grpSp>
        <p:nvGrpSpPr>
          <p:cNvPr id="9" name="Group 30">
            <a:extLst>
              <a:ext uri="{FF2B5EF4-FFF2-40B4-BE49-F238E27FC236}">
                <a16:creationId xmlns:a16="http://schemas.microsoft.com/office/drawing/2014/main" id="{2B57E7EC-A34A-9FDD-7B6E-F621DA897E72}"/>
              </a:ext>
            </a:extLst>
          </p:cNvPr>
          <p:cNvGrpSpPr>
            <a:grpSpLocks/>
          </p:cNvGrpSpPr>
          <p:nvPr/>
        </p:nvGrpSpPr>
        <p:grpSpPr bwMode="auto">
          <a:xfrm>
            <a:off x="1485900" y="5081588"/>
            <a:ext cx="788988" cy="469900"/>
            <a:chOff x="936" y="3201"/>
            <a:chExt cx="497" cy="296"/>
          </a:xfrm>
        </p:grpSpPr>
        <p:sp>
          <p:nvSpPr>
            <p:cNvPr id="1101" name="Rectangle 31">
              <a:extLst>
                <a:ext uri="{FF2B5EF4-FFF2-40B4-BE49-F238E27FC236}">
                  <a16:creationId xmlns:a16="http://schemas.microsoft.com/office/drawing/2014/main" id="{14095F98-F770-48C0-73D9-55F26D444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3201"/>
              <a:ext cx="497" cy="296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102" name="Text Box 32">
              <a:extLst>
                <a:ext uri="{FF2B5EF4-FFF2-40B4-BE49-F238E27FC236}">
                  <a16:creationId xmlns:a16="http://schemas.microsoft.com/office/drawing/2014/main" id="{86430287-6B35-4D13-E276-43A8D1A5B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" y="3283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10" name="Group 33">
            <a:extLst>
              <a:ext uri="{FF2B5EF4-FFF2-40B4-BE49-F238E27FC236}">
                <a16:creationId xmlns:a16="http://schemas.microsoft.com/office/drawing/2014/main" id="{F9E13721-37EF-A880-8EF5-356B77792DC6}"/>
              </a:ext>
            </a:extLst>
          </p:cNvPr>
          <p:cNvGrpSpPr>
            <a:grpSpLocks/>
          </p:cNvGrpSpPr>
          <p:nvPr/>
        </p:nvGrpSpPr>
        <p:grpSpPr bwMode="auto">
          <a:xfrm>
            <a:off x="2790825" y="4900613"/>
            <a:ext cx="788988" cy="649287"/>
            <a:chOff x="1753" y="3087"/>
            <a:chExt cx="497" cy="409"/>
          </a:xfrm>
        </p:grpSpPr>
        <p:sp>
          <p:nvSpPr>
            <p:cNvPr id="1099" name="Rectangle 34">
              <a:extLst>
                <a:ext uri="{FF2B5EF4-FFF2-40B4-BE49-F238E27FC236}">
                  <a16:creationId xmlns:a16="http://schemas.microsoft.com/office/drawing/2014/main" id="{6CAD8A89-C1A3-4B00-A4D7-5868BD85F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3087"/>
              <a:ext cx="497" cy="409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100" name="Text Box 35">
              <a:extLst>
                <a:ext uri="{FF2B5EF4-FFF2-40B4-BE49-F238E27FC236}">
                  <a16:creationId xmlns:a16="http://schemas.microsoft.com/office/drawing/2014/main" id="{5BB3F2DA-5959-4C99-CC4B-4780A3EFB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" y="3228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.7</a:t>
              </a:r>
            </a:p>
          </p:txBody>
        </p:sp>
      </p:grpSp>
      <p:grpSp>
        <p:nvGrpSpPr>
          <p:cNvPr id="11" name="Group 36">
            <a:extLst>
              <a:ext uri="{FF2B5EF4-FFF2-40B4-BE49-F238E27FC236}">
                <a16:creationId xmlns:a16="http://schemas.microsoft.com/office/drawing/2014/main" id="{D8452CF9-4837-DE68-C201-CB42803589E3}"/>
              </a:ext>
            </a:extLst>
          </p:cNvPr>
          <p:cNvGrpSpPr>
            <a:grpSpLocks/>
          </p:cNvGrpSpPr>
          <p:nvPr/>
        </p:nvGrpSpPr>
        <p:grpSpPr bwMode="auto">
          <a:xfrm>
            <a:off x="4040188" y="5081588"/>
            <a:ext cx="788987" cy="469900"/>
            <a:chOff x="2545" y="3201"/>
            <a:chExt cx="497" cy="296"/>
          </a:xfrm>
        </p:grpSpPr>
        <p:sp>
          <p:nvSpPr>
            <p:cNvPr id="1097" name="Rectangle 37">
              <a:extLst>
                <a:ext uri="{FF2B5EF4-FFF2-40B4-BE49-F238E27FC236}">
                  <a16:creationId xmlns:a16="http://schemas.microsoft.com/office/drawing/2014/main" id="{C1C2D2AB-DE9D-DECB-86F5-510C372B8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201"/>
              <a:ext cx="497" cy="29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98" name="Text Box 38">
              <a:extLst>
                <a:ext uri="{FF2B5EF4-FFF2-40B4-BE49-F238E27FC236}">
                  <a16:creationId xmlns:a16="http://schemas.microsoft.com/office/drawing/2014/main" id="{43CD159F-89BE-762A-DEFD-BE36D18A1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3278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12" name="Group 39">
            <a:extLst>
              <a:ext uri="{FF2B5EF4-FFF2-40B4-BE49-F238E27FC236}">
                <a16:creationId xmlns:a16="http://schemas.microsoft.com/office/drawing/2014/main" id="{DAD10988-A26E-25AD-0482-3FF472F6C0BA}"/>
              </a:ext>
            </a:extLst>
          </p:cNvPr>
          <p:cNvGrpSpPr>
            <a:grpSpLocks/>
          </p:cNvGrpSpPr>
          <p:nvPr/>
        </p:nvGrpSpPr>
        <p:grpSpPr bwMode="auto">
          <a:xfrm>
            <a:off x="4040188" y="4881563"/>
            <a:ext cx="788987" cy="227012"/>
            <a:chOff x="2545" y="3075"/>
            <a:chExt cx="497" cy="143"/>
          </a:xfrm>
        </p:grpSpPr>
        <p:sp>
          <p:nvSpPr>
            <p:cNvPr id="1095" name="Rectangle 40">
              <a:extLst>
                <a:ext uri="{FF2B5EF4-FFF2-40B4-BE49-F238E27FC236}">
                  <a16:creationId xmlns:a16="http://schemas.microsoft.com/office/drawing/2014/main" id="{3084EFB7-4A0D-049E-1267-F85E68D4E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084"/>
              <a:ext cx="497" cy="120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96" name="Text Box 41">
              <a:extLst>
                <a:ext uri="{FF2B5EF4-FFF2-40B4-BE49-F238E27FC236}">
                  <a16:creationId xmlns:a16="http://schemas.microsoft.com/office/drawing/2014/main" id="{1DE9E1D2-445A-0693-7E89-217C4F179F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6" y="3075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13" name="Group 105">
            <a:extLst>
              <a:ext uri="{FF2B5EF4-FFF2-40B4-BE49-F238E27FC236}">
                <a16:creationId xmlns:a16="http://schemas.microsoft.com/office/drawing/2014/main" id="{8C8163AD-B743-58F7-8033-0E70C4B0CC21}"/>
              </a:ext>
            </a:extLst>
          </p:cNvPr>
          <p:cNvGrpSpPr>
            <a:grpSpLocks/>
          </p:cNvGrpSpPr>
          <p:nvPr/>
        </p:nvGrpSpPr>
        <p:grpSpPr bwMode="auto">
          <a:xfrm>
            <a:off x="5360988" y="5186363"/>
            <a:ext cx="788987" cy="363537"/>
            <a:chOff x="3377" y="3267"/>
            <a:chExt cx="497" cy="229"/>
          </a:xfrm>
        </p:grpSpPr>
        <p:sp>
          <p:nvSpPr>
            <p:cNvPr id="1093" name="Rectangle 43">
              <a:extLst>
                <a:ext uri="{FF2B5EF4-FFF2-40B4-BE49-F238E27FC236}">
                  <a16:creationId xmlns:a16="http://schemas.microsoft.com/office/drawing/2014/main" id="{1AC20E8B-C65A-8B25-A622-02E99B501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3267"/>
              <a:ext cx="497" cy="229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94" name="Text Box 44">
              <a:extLst>
                <a:ext uri="{FF2B5EF4-FFF2-40B4-BE49-F238E27FC236}">
                  <a16:creationId xmlns:a16="http://schemas.microsoft.com/office/drawing/2014/main" id="{903664E3-E57E-9033-9AED-F103F53B8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4" y="3302"/>
              <a:ext cx="189" cy="143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.4</a:t>
              </a:r>
            </a:p>
          </p:txBody>
        </p:sp>
      </p:grpSp>
      <p:grpSp>
        <p:nvGrpSpPr>
          <p:cNvPr id="14" name="Group 45">
            <a:extLst>
              <a:ext uri="{FF2B5EF4-FFF2-40B4-BE49-F238E27FC236}">
                <a16:creationId xmlns:a16="http://schemas.microsoft.com/office/drawing/2014/main" id="{312F8270-603C-12FA-013A-50224D793906}"/>
              </a:ext>
            </a:extLst>
          </p:cNvPr>
          <p:cNvGrpSpPr>
            <a:grpSpLocks/>
          </p:cNvGrpSpPr>
          <p:nvPr/>
        </p:nvGrpSpPr>
        <p:grpSpPr bwMode="auto">
          <a:xfrm>
            <a:off x="5360988" y="4989513"/>
            <a:ext cx="788987" cy="227012"/>
            <a:chOff x="3372" y="3143"/>
            <a:chExt cx="497" cy="143"/>
          </a:xfrm>
        </p:grpSpPr>
        <p:sp>
          <p:nvSpPr>
            <p:cNvPr id="1091" name="Rectangle 46">
              <a:extLst>
                <a:ext uri="{FF2B5EF4-FFF2-40B4-BE49-F238E27FC236}">
                  <a16:creationId xmlns:a16="http://schemas.microsoft.com/office/drawing/2014/main" id="{E4AB42F1-DC77-8650-2419-B0DCFD6B0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3147"/>
              <a:ext cx="497" cy="12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92" name="Text Box 47">
              <a:extLst>
                <a:ext uri="{FF2B5EF4-FFF2-40B4-BE49-F238E27FC236}">
                  <a16:creationId xmlns:a16="http://schemas.microsoft.com/office/drawing/2014/main" id="{CDC1F788-6697-3304-18C0-8F09B0AD6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3" y="3143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15" name="Group 48">
            <a:extLst>
              <a:ext uri="{FF2B5EF4-FFF2-40B4-BE49-F238E27FC236}">
                <a16:creationId xmlns:a16="http://schemas.microsoft.com/office/drawing/2014/main" id="{D870C8F9-5A90-6B69-5A40-87362DB7006D}"/>
              </a:ext>
            </a:extLst>
          </p:cNvPr>
          <p:cNvGrpSpPr>
            <a:grpSpLocks/>
          </p:cNvGrpSpPr>
          <p:nvPr/>
        </p:nvGrpSpPr>
        <p:grpSpPr bwMode="auto">
          <a:xfrm>
            <a:off x="6670675" y="4941888"/>
            <a:ext cx="788988" cy="209550"/>
            <a:chOff x="4202" y="3113"/>
            <a:chExt cx="497" cy="132"/>
          </a:xfrm>
        </p:grpSpPr>
        <p:sp>
          <p:nvSpPr>
            <p:cNvPr id="1089" name="Rectangle 49">
              <a:extLst>
                <a:ext uri="{FF2B5EF4-FFF2-40B4-BE49-F238E27FC236}">
                  <a16:creationId xmlns:a16="http://schemas.microsoft.com/office/drawing/2014/main" id="{73591DBC-1B4F-AEB0-1609-EDE9B6E7A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144"/>
              <a:ext cx="497" cy="6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90" name="Text Box 50">
              <a:extLst>
                <a:ext uri="{FF2B5EF4-FFF2-40B4-BE49-F238E27FC236}">
                  <a16:creationId xmlns:a16="http://schemas.microsoft.com/office/drawing/2014/main" id="{4F178753-F399-15F1-439E-19E1277FF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113"/>
              <a:ext cx="18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7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.1</a:t>
              </a:r>
            </a:p>
          </p:txBody>
        </p:sp>
      </p:grpSp>
      <p:grpSp>
        <p:nvGrpSpPr>
          <p:cNvPr id="16" name="Group 51">
            <a:extLst>
              <a:ext uri="{FF2B5EF4-FFF2-40B4-BE49-F238E27FC236}">
                <a16:creationId xmlns:a16="http://schemas.microsoft.com/office/drawing/2014/main" id="{28AFC93F-DE58-E556-99F0-251DAA72E029}"/>
              </a:ext>
            </a:extLst>
          </p:cNvPr>
          <p:cNvGrpSpPr>
            <a:grpSpLocks/>
          </p:cNvGrpSpPr>
          <p:nvPr/>
        </p:nvGrpSpPr>
        <p:grpSpPr bwMode="auto">
          <a:xfrm>
            <a:off x="6670675" y="5087938"/>
            <a:ext cx="788988" cy="469900"/>
            <a:chOff x="4202" y="3205"/>
            <a:chExt cx="497" cy="296"/>
          </a:xfrm>
        </p:grpSpPr>
        <p:sp>
          <p:nvSpPr>
            <p:cNvPr id="1087" name="Rectangle 52">
              <a:extLst>
                <a:ext uri="{FF2B5EF4-FFF2-40B4-BE49-F238E27FC236}">
                  <a16:creationId xmlns:a16="http://schemas.microsoft.com/office/drawing/2014/main" id="{AFB6CB24-13D1-F156-9627-B373D9A0A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205"/>
              <a:ext cx="497" cy="29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88" name="Text Box 53">
              <a:extLst>
                <a:ext uri="{FF2B5EF4-FFF2-40B4-BE49-F238E27FC236}">
                  <a16:creationId xmlns:a16="http://schemas.microsoft.com/office/drawing/2014/main" id="{5C91BF02-2A15-7C65-5986-25FBC9A4A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276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sp>
        <p:nvSpPr>
          <p:cNvPr id="82998" name="Text Box 54">
            <a:extLst>
              <a:ext uri="{FF2B5EF4-FFF2-40B4-BE49-F238E27FC236}">
                <a16:creationId xmlns:a16="http://schemas.microsoft.com/office/drawing/2014/main" id="{75138398-EFFE-F539-BD57-EF2386767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950" y="5632450"/>
            <a:ext cx="882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TW" b="1" i="1">
                <a:solidFill>
                  <a:srgbClr val="FF99FF"/>
                </a:solidFill>
              </a:rPr>
              <a:t>N</a:t>
            </a:r>
            <a:r>
              <a:rPr lang="en-US" altLang="zh-TW" b="1">
                <a:solidFill>
                  <a:srgbClr val="FF99FF"/>
                </a:solidFill>
              </a:rPr>
              <a:t> </a:t>
            </a:r>
            <a:r>
              <a:rPr lang="en-US" altLang="zh-TW" b="1" i="1">
                <a:solidFill>
                  <a:srgbClr val="FF99FF"/>
                </a:solidFill>
              </a:rPr>
              <a:t>= 6</a:t>
            </a:r>
          </a:p>
        </p:txBody>
      </p:sp>
      <p:graphicFrame>
        <p:nvGraphicFramePr>
          <p:cNvPr id="82999" name="Object 55">
            <a:extLst>
              <a:ext uri="{FF2B5EF4-FFF2-40B4-BE49-F238E27FC236}">
                <a16:creationId xmlns:a16="http://schemas.microsoft.com/office/drawing/2014/main" id="{D3EAFD75-9073-7E7B-0197-E622F311C7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6538" y="5772150"/>
          <a:ext cx="1065212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38300" imgH="12585700" progId="Equation.3">
                  <p:embed/>
                </p:oleObj>
              </mc:Choice>
              <mc:Fallback>
                <p:oleObj name="Equation" r:id="rId3" imgW="14338300" imgH="125857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5772150"/>
                        <a:ext cx="1065212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" name="Text Box 56">
            <a:extLst>
              <a:ext uri="{FF2B5EF4-FFF2-40B4-BE49-F238E27FC236}">
                <a16:creationId xmlns:a16="http://schemas.microsoft.com/office/drawing/2014/main" id="{E2B319A2-C22B-C4A5-6842-7E21B0914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575" y="2003425"/>
            <a:ext cx="56165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600">
                <a:solidFill>
                  <a:srgbClr val="00FFFF"/>
                </a:solidFill>
                <a:latin typeface="Arial" panose="020B0604020202020204" pitchFamily="34" charset="0"/>
              </a:rPr>
              <a:t>.5    .7    .5    .2    .4    .2    .5    .1    .6</a:t>
            </a:r>
          </a:p>
        </p:txBody>
      </p:sp>
      <p:grpSp>
        <p:nvGrpSpPr>
          <p:cNvPr id="1040" name="Group 57">
            <a:extLst>
              <a:ext uri="{FF2B5EF4-FFF2-40B4-BE49-F238E27FC236}">
                <a16:creationId xmlns:a16="http://schemas.microsoft.com/office/drawing/2014/main" id="{0812F55A-CF09-FC60-C861-2E56887D5500}"/>
              </a:ext>
            </a:extLst>
          </p:cNvPr>
          <p:cNvGrpSpPr>
            <a:grpSpLocks/>
          </p:cNvGrpSpPr>
          <p:nvPr/>
        </p:nvGrpSpPr>
        <p:grpSpPr bwMode="auto">
          <a:xfrm>
            <a:off x="1508125" y="2663825"/>
            <a:ext cx="831850" cy="968375"/>
            <a:chOff x="1098" y="2349"/>
            <a:chExt cx="524" cy="610"/>
          </a:xfrm>
        </p:grpSpPr>
        <p:sp>
          <p:nvSpPr>
            <p:cNvPr id="1084" name="Line 58">
              <a:extLst>
                <a:ext uri="{FF2B5EF4-FFF2-40B4-BE49-F238E27FC236}">
                  <a16:creationId xmlns:a16="http://schemas.microsoft.com/office/drawing/2014/main" id="{31AB53F8-DD75-F288-8449-2C161DB28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085" name="Line 59">
              <a:extLst>
                <a:ext uri="{FF2B5EF4-FFF2-40B4-BE49-F238E27FC236}">
                  <a16:creationId xmlns:a16="http://schemas.microsoft.com/office/drawing/2014/main" id="{4FA631BF-6391-319E-77AC-1CA2D4817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086" name="Line 60">
              <a:extLst>
                <a:ext uri="{FF2B5EF4-FFF2-40B4-BE49-F238E27FC236}">
                  <a16:creationId xmlns:a16="http://schemas.microsoft.com/office/drawing/2014/main" id="{890D6947-E3C3-B262-A077-17B311DEF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1041" name="Group 61">
            <a:extLst>
              <a:ext uri="{FF2B5EF4-FFF2-40B4-BE49-F238E27FC236}">
                <a16:creationId xmlns:a16="http://schemas.microsoft.com/office/drawing/2014/main" id="{34A796AE-E715-579A-8538-15CCA4090F8F}"/>
              </a:ext>
            </a:extLst>
          </p:cNvPr>
          <p:cNvGrpSpPr>
            <a:grpSpLocks/>
          </p:cNvGrpSpPr>
          <p:nvPr/>
        </p:nvGrpSpPr>
        <p:grpSpPr bwMode="auto">
          <a:xfrm>
            <a:off x="2805113" y="2663825"/>
            <a:ext cx="831850" cy="968375"/>
            <a:chOff x="1098" y="2349"/>
            <a:chExt cx="524" cy="610"/>
          </a:xfrm>
        </p:grpSpPr>
        <p:sp>
          <p:nvSpPr>
            <p:cNvPr id="1081" name="Line 62">
              <a:extLst>
                <a:ext uri="{FF2B5EF4-FFF2-40B4-BE49-F238E27FC236}">
                  <a16:creationId xmlns:a16="http://schemas.microsoft.com/office/drawing/2014/main" id="{C9207FF5-BEC4-65C2-5940-F81D02E2E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082" name="Line 63">
              <a:extLst>
                <a:ext uri="{FF2B5EF4-FFF2-40B4-BE49-F238E27FC236}">
                  <a16:creationId xmlns:a16="http://schemas.microsoft.com/office/drawing/2014/main" id="{1B873D43-0910-793F-91EE-610B91A0D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083" name="Line 64">
              <a:extLst>
                <a:ext uri="{FF2B5EF4-FFF2-40B4-BE49-F238E27FC236}">
                  <a16:creationId xmlns:a16="http://schemas.microsoft.com/office/drawing/2014/main" id="{D0D02D20-98A7-7150-9523-AF613FB20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1042" name="Group 65">
            <a:extLst>
              <a:ext uri="{FF2B5EF4-FFF2-40B4-BE49-F238E27FC236}">
                <a16:creationId xmlns:a16="http://schemas.microsoft.com/office/drawing/2014/main" id="{20F91136-320C-8411-1D73-058E9B3628FD}"/>
              </a:ext>
            </a:extLst>
          </p:cNvPr>
          <p:cNvGrpSpPr>
            <a:grpSpLocks/>
          </p:cNvGrpSpPr>
          <p:nvPr/>
        </p:nvGrpSpPr>
        <p:grpSpPr bwMode="auto">
          <a:xfrm>
            <a:off x="4059238" y="2663825"/>
            <a:ext cx="831850" cy="968375"/>
            <a:chOff x="1098" y="2349"/>
            <a:chExt cx="524" cy="610"/>
          </a:xfrm>
        </p:grpSpPr>
        <p:sp>
          <p:nvSpPr>
            <p:cNvPr id="1078" name="Line 66">
              <a:extLst>
                <a:ext uri="{FF2B5EF4-FFF2-40B4-BE49-F238E27FC236}">
                  <a16:creationId xmlns:a16="http://schemas.microsoft.com/office/drawing/2014/main" id="{EFEEC524-49B2-6540-3385-4F4AA7712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079" name="Line 67">
              <a:extLst>
                <a:ext uri="{FF2B5EF4-FFF2-40B4-BE49-F238E27FC236}">
                  <a16:creationId xmlns:a16="http://schemas.microsoft.com/office/drawing/2014/main" id="{233A713D-BF95-8F21-BF31-E9453C1C0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080" name="Line 68">
              <a:extLst>
                <a:ext uri="{FF2B5EF4-FFF2-40B4-BE49-F238E27FC236}">
                  <a16:creationId xmlns:a16="http://schemas.microsoft.com/office/drawing/2014/main" id="{28BD0910-BFFB-A6A6-BAE7-B42D6AE44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1043" name="Group 69">
            <a:extLst>
              <a:ext uri="{FF2B5EF4-FFF2-40B4-BE49-F238E27FC236}">
                <a16:creationId xmlns:a16="http://schemas.microsoft.com/office/drawing/2014/main" id="{DC3B34DE-4167-3D63-462F-8C47764D8FC0}"/>
              </a:ext>
            </a:extLst>
          </p:cNvPr>
          <p:cNvGrpSpPr>
            <a:grpSpLocks/>
          </p:cNvGrpSpPr>
          <p:nvPr/>
        </p:nvGrpSpPr>
        <p:grpSpPr bwMode="auto">
          <a:xfrm>
            <a:off x="5380038" y="2663825"/>
            <a:ext cx="831850" cy="968375"/>
            <a:chOff x="1098" y="2349"/>
            <a:chExt cx="524" cy="610"/>
          </a:xfrm>
        </p:grpSpPr>
        <p:sp>
          <p:nvSpPr>
            <p:cNvPr id="1075" name="Line 70">
              <a:extLst>
                <a:ext uri="{FF2B5EF4-FFF2-40B4-BE49-F238E27FC236}">
                  <a16:creationId xmlns:a16="http://schemas.microsoft.com/office/drawing/2014/main" id="{9CB57B9A-D40A-CD39-1493-920D49BF5E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076" name="Line 71">
              <a:extLst>
                <a:ext uri="{FF2B5EF4-FFF2-40B4-BE49-F238E27FC236}">
                  <a16:creationId xmlns:a16="http://schemas.microsoft.com/office/drawing/2014/main" id="{FAC40BED-7990-00EC-C8A5-FEE735FAE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077" name="Line 72">
              <a:extLst>
                <a:ext uri="{FF2B5EF4-FFF2-40B4-BE49-F238E27FC236}">
                  <a16:creationId xmlns:a16="http://schemas.microsoft.com/office/drawing/2014/main" id="{99D3553E-B210-1EE8-4095-AE152001D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sp>
        <p:nvSpPr>
          <p:cNvPr id="1044" name="Rectangle 73">
            <a:extLst>
              <a:ext uri="{FF2B5EF4-FFF2-40B4-BE49-F238E27FC236}">
                <a16:creationId xmlns:a16="http://schemas.microsoft.com/office/drawing/2014/main" id="{8FB660CB-79E6-E741-B260-6E6D8A6B9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2665413"/>
            <a:ext cx="788987" cy="109537"/>
          </a:xfrm>
          <a:prstGeom prst="rect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/>
            <a:endParaRPr lang="en-US" altLang="en-BD"/>
          </a:p>
        </p:txBody>
      </p:sp>
      <p:sp>
        <p:nvSpPr>
          <p:cNvPr id="1045" name="Text Box 74">
            <a:extLst>
              <a:ext uri="{FF2B5EF4-FFF2-40B4-BE49-F238E27FC236}">
                <a16:creationId xmlns:a16="http://schemas.microsoft.com/office/drawing/2014/main" id="{FDB98792-0D12-7946-2F8D-88D535B26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8475" y="2630488"/>
            <a:ext cx="30003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altLang="zh-TW" sz="1100" b="1">
                <a:solidFill>
                  <a:srgbClr val="000000"/>
                </a:solidFill>
                <a:latin typeface="Arial" panose="020B0604020202020204" pitchFamily="34" charset="0"/>
              </a:rPr>
              <a:t>.1</a:t>
            </a:r>
          </a:p>
        </p:txBody>
      </p:sp>
      <p:grpSp>
        <p:nvGrpSpPr>
          <p:cNvPr id="1046" name="Group 75">
            <a:extLst>
              <a:ext uri="{FF2B5EF4-FFF2-40B4-BE49-F238E27FC236}">
                <a16:creationId xmlns:a16="http://schemas.microsoft.com/office/drawing/2014/main" id="{67BF4CDB-88E4-E05F-E638-EE8616971A7C}"/>
              </a:ext>
            </a:extLst>
          </p:cNvPr>
          <p:cNvGrpSpPr>
            <a:grpSpLocks/>
          </p:cNvGrpSpPr>
          <p:nvPr/>
        </p:nvGrpSpPr>
        <p:grpSpPr bwMode="auto">
          <a:xfrm>
            <a:off x="4075113" y="2771775"/>
            <a:ext cx="788987" cy="469900"/>
            <a:chOff x="2610" y="3105"/>
            <a:chExt cx="497" cy="296"/>
          </a:xfrm>
        </p:grpSpPr>
        <p:sp>
          <p:nvSpPr>
            <p:cNvPr id="1073" name="Rectangle 76">
              <a:extLst>
                <a:ext uri="{FF2B5EF4-FFF2-40B4-BE49-F238E27FC236}">
                  <a16:creationId xmlns:a16="http://schemas.microsoft.com/office/drawing/2014/main" id="{EAD82E68-74E3-244B-F542-B3C117961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0" y="3105"/>
              <a:ext cx="497" cy="29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74" name="Text Box 77">
              <a:extLst>
                <a:ext uri="{FF2B5EF4-FFF2-40B4-BE49-F238E27FC236}">
                  <a16:creationId xmlns:a16="http://schemas.microsoft.com/office/drawing/2014/main" id="{59E8C0D8-36AD-BB70-093C-BF19D53B9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7" y="3176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1047" name="Group 104">
            <a:extLst>
              <a:ext uri="{FF2B5EF4-FFF2-40B4-BE49-F238E27FC236}">
                <a16:creationId xmlns:a16="http://schemas.microsoft.com/office/drawing/2014/main" id="{4B6881C3-5891-F166-F2C8-8BE2DD0CE7E1}"/>
              </a:ext>
            </a:extLst>
          </p:cNvPr>
          <p:cNvGrpSpPr>
            <a:grpSpLocks/>
          </p:cNvGrpSpPr>
          <p:nvPr/>
        </p:nvGrpSpPr>
        <p:grpSpPr bwMode="auto">
          <a:xfrm>
            <a:off x="4075113" y="3241675"/>
            <a:ext cx="788987" cy="363538"/>
            <a:chOff x="2567" y="2042"/>
            <a:chExt cx="497" cy="229"/>
          </a:xfrm>
        </p:grpSpPr>
        <p:sp>
          <p:nvSpPr>
            <p:cNvPr id="1071" name="Rectangle 79">
              <a:extLst>
                <a:ext uri="{FF2B5EF4-FFF2-40B4-BE49-F238E27FC236}">
                  <a16:creationId xmlns:a16="http://schemas.microsoft.com/office/drawing/2014/main" id="{B14FE71B-DF97-E73D-C47E-77A93D947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042"/>
              <a:ext cx="497" cy="229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72" name="Text Box 80">
              <a:extLst>
                <a:ext uri="{FF2B5EF4-FFF2-40B4-BE49-F238E27FC236}">
                  <a16:creationId xmlns:a16="http://schemas.microsoft.com/office/drawing/2014/main" id="{DADCE091-8B2C-3482-2C51-4B3BE0C524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4" y="2077"/>
              <a:ext cx="189" cy="143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.4</a:t>
              </a:r>
            </a:p>
          </p:txBody>
        </p:sp>
      </p:grpSp>
      <p:grpSp>
        <p:nvGrpSpPr>
          <p:cNvPr id="1048" name="Group 81">
            <a:extLst>
              <a:ext uri="{FF2B5EF4-FFF2-40B4-BE49-F238E27FC236}">
                <a16:creationId xmlns:a16="http://schemas.microsoft.com/office/drawing/2014/main" id="{4841ECC4-93A5-F67B-D8ED-43C38F000707}"/>
              </a:ext>
            </a:extLst>
          </p:cNvPr>
          <p:cNvGrpSpPr>
            <a:grpSpLocks/>
          </p:cNvGrpSpPr>
          <p:nvPr/>
        </p:nvGrpSpPr>
        <p:grpSpPr bwMode="auto">
          <a:xfrm>
            <a:off x="5389563" y="3403600"/>
            <a:ext cx="788987" cy="227013"/>
            <a:chOff x="3438" y="3503"/>
            <a:chExt cx="497" cy="143"/>
          </a:xfrm>
        </p:grpSpPr>
        <p:sp>
          <p:nvSpPr>
            <p:cNvPr id="1069" name="Rectangle 82">
              <a:extLst>
                <a:ext uri="{FF2B5EF4-FFF2-40B4-BE49-F238E27FC236}">
                  <a16:creationId xmlns:a16="http://schemas.microsoft.com/office/drawing/2014/main" id="{91BE21A8-9AE1-5240-82DF-1949CE222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3507"/>
              <a:ext cx="497" cy="12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70" name="Text Box 83">
              <a:extLst>
                <a:ext uri="{FF2B5EF4-FFF2-40B4-BE49-F238E27FC236}">
                  <a16:creationId xmlns:a16="http://schemas.microsoft.com/office/drawing/2014/main" id="{8E3B80B6-F477-E360-ACF7-AD41EFA122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9" y="3503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1049" name="Group 84">
            <a:extLst>
              <a:ext uri="{FF2B5EF4-FFF2-40B4-BE49-F238E27FC236}">
                <a16:creationId xmlns:a16="http://schemas.microsoft.com/office/drawing/2014/main" id="{D4200876-7A85-C122-5081-6A3A6C926585}"/>
              </a:ext>
            </a:extLst>
          </p:cNvPr>
          <p:cNvGrpSpPr>
            <a:grpSpLocks/>
          </p:cNvGrpSpPr>
          <p:nvPr/>
        </p:nvGrpSpPr>
        <p:grpSpPr bwMode="auto">
          <a:xfrm>
            <a:off x="2817813" y="2951163"/>
            <a:ext cx="788987" cy="649287"/>
            <a:chOff x="1818" y="3218"/>
            <a:chExt cx="497" cy="409"/>
          </a:xfrm>
        </p:grpSpPr>
        <p:sp>
          <p:nvSpPr>
            <p:cNvPr id="1067" name="Rectangle 85">
              <a:extLst>
                <a:ext uri="{FF2B5EF4-FFF2-40B4-BE49-F238E27FC236}">
                  <a16:creationId xmlns:a16="http://schemas.microsoft.com/office/drawing/2014/main" id="{A2E6C0FB-D20B-C690-D4B2-677100BE2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8" y="3218"/>
              <a:ext cx="497" cy="409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68" name="Text Box 86">
              <a:extLst>
                <a:ext uri="{FF2B5EF4-FFF2-40B4-BE49-F238E27FC236}">
                  <a16:creationId xmlns:a16="http://schemas.microsoft.com/office/drawing/2014/main" id="{15109FC4-B1DF-AC6E-5B35-AA0D88CD2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3377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.7</a:t>
              </a:r>
            </a:p>
          </p:txBody>
        </p:sp>
      </p:grpSp>
      <p:grpSp>
        <p:nvGrpSpPr>
          <p:cNvPr id="1050" name="Group 87">
            <a:extLst>
              <a:ext uri="{FF2B5EF4-FFF2-40B4-BE49-F238E27FC236}">
                <a16:creationId xmlns:a16="http://schemas.microsoft.com/office/drawing/2014/main" id="{FAE9C4AA-CC2C-9E3D-18E4-3D04C6A779C7}"/>
              </a:ext>
            </a:extLst>
          </p:cNvPr>
          <p:cNvGrpSpPr>
            <a:grpSpLocks/>
          </p:cNvGrpSpPr>
          <p:nvPr/>
        </p:nvGrpSpPr>
        <p:grpSpPr bwMode="auto">
          <a:xfrm>
            <a:off x="2824163" y="2759075"/>
            <a:ext cx="788987" cy="227013"/>
            <a:chOff x="1822" y="3097"/>
            <a:chExt cx="497" cy="143"/>
          </a:xfrm>
        </p:grpSpPr>
        <p:sp>
          <p:nvSpPr>
            <p:cNvPr id="1065" name="Rectangle 88">
              <a:extLst>
                <a:ext uri="{FF2B5EF4-FFF2-40B4-BE49-F238E27FC236}">
                  <a16:creationId xmlns:a16="http://schemas.microsoft.com/office/drawing/2014/main" id="{AD4524E0-5A6C-CDC4-836D-9848387B0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2" y="3099"/>
              <a:ext cx="497" cy="120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66" name="Text Box 89">
              <a:extLst>
                <a:ext uri="{FF2B5EF4-FFF2-40B4-BE49-F238E27FC236}">
                  <a16:creationId xmlns:a16="http://schemas.microsoft.com/office/drawing/2014/main" id="{CED3F521-1683-94CB-2C84-AF491488B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0" y="3097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1051" name="Group 90">
            <a:extLst>
              <a:ext uri="{FF2B5EF4-FFF2-40B4-BE49-F238E27FC236}">
                <a16:creationId xmlns:a16="http://schemas.microsoft.com/office/drawing/2014/main" id="{D044357B-B872-F8DF-F4CF-BBCD480F8993}"/>
              </a:ext>
            </a:extLst>
          </p:cNvPr>
          <p:cNvGrpSpPr>
            <a:grpSpLocks/>
          </p:cNvGrpSpPr>
          <p:nvPr/>
        </p:nvGrpSpPr>
        <p:grpSpPr bwMode="auto">
          <a:xfrm>
            <a:off x="1527175" y="3132138"/>
            <a:ext cx="788988" cy="469900"/>
            <a:chOff x="1005" y="3332"/>
            <a:chExt cx="497" cy="296"/>
          </a:xfrm>
        </p:grpSpPr>
        <p:sp>
          <p:nvSpPr>
            <p:cNvPr id="1063" name="Rectangle 91">
              <a:extLst>
                <a:ext uri="{FF2B5EF4-FFF2-40B4-BE49-F238E27FC236}">
                  <a16:creationId xmlns:a16="http://schemas.microsoft.com/office/drawing/2014/main" id="{02CE1329-E904-DE07-25E5-59A6192C1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" y="3332"/>
              <a:ext cx="497" cy="296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64" name="Text Box 92">
              <a:extLst>
                <a:ext uri="{FF2B5EF4-FFF2-40B4-BE49-F238E27FC236}">
                  <a16:creationId xmlns:a16="http://schemas.microsoft.com/office/drawing/2014/main" id="{027495C8-ECC5-12DA-C213-C8500A247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9" y="3407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1052" name="Group 93">
            <a:extLst>
              <a:ext uri="{FF2B5EF4-FFF2-40B4-BE49-F238E27FC236}">
                <a16:creationId xmlns:a16="http://schemas.microsoft.com/office/drawing/2014/main" id="{B15517BC-2713-B7E5-1887-1EAAF3F25586}"/>
              </a:ext>
            </a:extLst>
          </p:cNvPr>
          <p:cNvGrpSpPr>
            <a:grpSpLocks/>
          </p:cNvGrpSpPr>
          <p:nvPr/>
        </p:nvGrpSpPr>
        <p:grpSpPr bwMode="auto">
          <a:xfrm>
            <a:off x="1527175" y="2665413"/>
            <a:ext cx="788988" cy="469900"/>
            <a:chOff x="1005" y="3038"/>
            <a:chExt cx="497" cy="296"/>
          </a:xfrm>
        </p:grpSpPr>
        <p:sp>
          <p:nvSpPr>
            <p:cNvPr id="1061" name="Rectangle 94">
              <a:extLst>
                <a:ext uri="{FF2B5EF4-FFF2-40B4-BE49-F238E27FC236}">
                  <a16:creationId xmlns:a16="http://schemas.microsoft.com/office/drawing/2014/main" id="{1D06F612-8455-F47D-CF3F-7E5C6B6EB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" y="3038"/>
              <a:ext cx="497" cy="29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62" name="Text Box 95">
              <a:extLst>
                <a:ext uri="{FF2B5EF4-FFF2-40B4-BE49-F238E27FC236}">
                  <a16:creationId xmlns:a16="http://schemas.microsoft.com/office/drawing/2014/main" id="{AE4B946C-B2BA-9E4C-CEAC-E07D7447D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8" y="3111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sp>
        <p:nvSpPr>
          <p:cNvPr id="1053" name="Text Box 96">
            <a:extLst>
              <a:ext uri="{FF2B5EF4-FFF2-40B4-BE49-F238E27FC236}">
                <a16:creationId xmlns:a16="http://schemas.microsoft.com/office/drawing/2014/main" id="{794AC1EA-A5A9-016B-C60F-6DF45A619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550" y="2833688"/>
            <a:ext cx="984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TW" b="1" i="1">
                <a:solidFill>
                  <a:srgbClr val="FF99FF"/>
                </a:solidFill>
              </a:rPr>
              <a:t>N</a:t>
            </a:r>
            <a:r>
              <a:rPr lang="en-US" altLang="zh-TW" b="1" baseline="-25000">
                <a:solidFill>
                  <a:srgbClr val="FF99FF"/>
                </a:solidFill>
              </a:rPr>
              <a:t>0</a:t>
            </a:r>
            <a:r>
              <a:rPr lang="en-US" altLang="zh-TW" b="1">
                <a:solidFill>
                  <a:srgbClr val="FF99FF"/>
                </a:solidFill>
              </a:rPr>
              <a:t> </a:t>
            </a:r>
            <a:r>
              <a:rPr lang="en-US" altLang="zh-TW" b="1" i="1">
                <a:solidFill>
                  <a:srgbClr val="FF99FF"/>
                </a:solidFill>
              </a:rPr>
              <a:t>= 4</a:t>
            </a:r>
          </a:p>
        </p:txBody>
      </p:sp>
      <p:grpSp>
        <p:nvGrpSpPr>
          <p:cNvPr id="28" name="Group 97">
            <a:extLst>
              <a:ext uri="{FF2B5EF4-FFF2-40B4-BE49-F238E27FC236}">
                <a16:creationId xmlns:a16="http://schemas.microsoft.com/office/drawing/2014/main" id="{B4D7E092-21E4-EBE3-AD1E-9DA40BC2AE11}"/>
              </a:ext>
            </a:extLst>
          </p:cNvPr>
          <p:cNvGrpSpPr>
            <a:grpSpLocks/>
          </p:cNvGrpSpPr>
          <p:nvPr/>
        </p:nvGrpSpPr>
        <p:grpSpPr bwMode="auto">
          <a:xfrm>
            <a:off x="7978775" y="4997450"/>
            <a:ext cx="788988" cy="554038"/>
            <a:chOff x="3409" y="3330"/>
            <a:chExt cx="497" cy="349"/>
          </a:xfrm>
        </p:grpSpPr>
        <p:sp>
          <p:nvSpPr>
            <p:cNvPr id="1059" name="Rectangle 98">
              <a:extLst>
                <a:ext uri="{FF2B5EF4-FFF2-40B4-BE49-F238E27FC236}">
                  <a16:creationId xmlns:a16="http://schemas.microsoft.com/office/drawing/2014/main" id="{1CD67646-8D01-696F-718E-345BF46B7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3330"/>
              <a:ext cx="497" cy="3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60" name="Text Box 99">
              <a:extLst>
                <a:ext uri="{FF2B5EF4-FFF2-40B4-BE49-F238E27FC236}">
                  <a16:creationId xmlns:a16="http://schemas.microsoft.com/office/drawing/2014/main" id="{968DA028-8287-3DF8-F055-8CFD2E0CF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0" y="3424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.6</a:t>
              </a:r>
            </a:p>
          </p:txBody>
        </p:sp>
      </p:grpSp>
      <p:grpSp>
        <p:nvGrpSpPr>
          <p:cNvPr id="1055" name="Group 100">
            <a:extLst>
              <a:ext uri="{FF2B5EF4-FFF2-40B4-BE49-F238E27FC236}">
                <a16:creationId xmlns:a16="http://schemas.microsoft.com/office/drawing/2014/main" id="{EB581D07-2C97-7C8C-C668-52C6DF6443C9}"/>
              </a:ext>
            </a:extLst>
          </p:cNvPr>
          <p:cNvGrpSpPr>
            <a:grpSpLocks/>
          </p:cNvGrpSpPr>
          <p:nvPr/>
        </p:nvGrpSpPr>
        <p:grpSpPr bwMode="auto">
          <a:xfrm>
            <a:off x="5395913" y="2855913"/>
            <a:ext cx="788987" cy="554037"/>
            <a:chOff x="3409" y="3330"/>
            <a:chExt cx="497" cy="349"/>
          </a:xfrm>
        </p:grpSpPr>
        <p:sp>
          <p:nvSpPr>
            <p:cNvPr id="1057" name="Rectangle 101">
              <a:extLst>
                <a:ext uri="{FF2B5EF4-FFF2-40B4-BE49-F238E27FC236}">
                  <a16:creationId xmlns:a16="http://schemas.microsoft.com/office/drawing/2014/main" id="{E02DF268-7E29-FB0D-916E-A0BCF006A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3330"/>
              <a:ext cx="497" cy="3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058" name="Text Box 102">
              <a:extLst>
                <a:ext uri="{FF2B5EF4-FFF2-40B4-BE49-F238E27FC236}">
                  <a16:creationId xmlns:a16="http://schemas.microsoft.com/office/drawing/2014/main" id="{9796E291-8D29-9DB4-4228-690785C239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0" y="3424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.6</a:t>
              </a:r>
            </a:p>
          </p:txBody>
        </p:sp>
      </p:grpSp>
      <p:sp>
        <p:nvSpPr>
          <p:cNvPr id="1056" name="Rectangle 112">
            <a:extLst>
              <a:ext uri="{FF2B5EF4-FFF2-40B4-BE49-F238E27FC236}">
                <a16:creationId xmlns:a16="http://schemas.microsoft.com/office/drawing/2014/main" id="{446601DE-BEBC-4F6C-9465-896A23335BDD}"/>
              </a:ext>
            </a:extLst>
          </p:cNvPr>
          <p:cNvSpPr>
            <a:spLocks noChangeArrowheads="1"/>
          </p:cNvSpPr>
          <p:nvPr>
            <p:ph type="title"/>
          </p:nvPr>
        </p:nvSpPr>
        <p:spPr bwMode="auto">
          <a:xfrm>
            <a:off x="3227388" y="76200"/>
            <a:ext cx="5459412" cy="947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Next Fit Packing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2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2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2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2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9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EDDD7ABD-100F-18A0-7909-6BF25F139437}"/>
              </a:ext>
            </a:extLst>
          </p:cNvPr>
          <p:cNvSpPr>
            <a:spLocks noChangeArrowheads="1"/>
          </p:cNvSpPr>
          <p:nvPr>
            <p:ph type="title"/>
          </p:nvPr>
        </p:nvSpPr>
        <p:spPr bwMode="auto">
          <a:xfrm>
            <a:off x="3136900" y="0"/>
            <a:ext cx="6007100" cy="947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First Fit Packing</a:t>
            </a:r>
            <a:b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</a:br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Algorithm</a:t>
            </a:r>
            <a:endParaRPr lang="en-US" altLang="zh-TW" sz="3200" b="1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2052" name="Text Box 3">
            <a:extLst>
              <a:ext uri="{FF2B5EF4-FFF2-40B4-BE49-F238E27FC236}">
                <a16:creationId xmlns:a16="http://schemas.microsoft.com/office/drawing/2014/main" id="{9CFEA366-957B-0125-9853-4C394FDEF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0" y="3946525"/>
            <a:ext cx="4338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800">
                <a:solidFill>
                  <a:srgbClr val="FFCC00"/>
                </a:solidFill>
                <a:latin typeface="Arial" panose="020B0604020202020204" pitchFamily="34" charset="0"/>
              </a:rPr>
              <a:t>First Fit Packing Algorithm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A9EE134-4530-CB0E-9A4A-4A11059F00C9}"/>
              </a:ext>
            </a:extLst>
          </p:cNvPr>
          <p:cNvGrpSpPr>
            <a:grpSpLocks/>
          </p:cNvGrpSpPr>
          <p:nvPr/>
        </p:nvGrpSpPr>
        <p:grpSpPr bwMode="auto">
          <a:xfrm>
            <a:off x="1485900" y="5081588"/>
            <a:ext cx="788988" cy="469900"/>
            <a:chOff x="936" y="3201"/>
            <a:chExt cx="497" cy="296"/>
          </a:xfrm>
        </p:grpSpPr>
        <p:sp>
          <p:nvSpPr>
            <p:cNvPr id="2154" name="Rectangle 5">
              <a:extLst>
                <a:ext uri="{FF2B5EF4-FFF2-40B4-BE49-F238E27FC236}">
                  <a16:creationId xmlns:a16="http://schemas.microsoft.com/office/drawing/2014/main" id="{EA1940DD-40D0-820E-1024-FE4A7752A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3201"/>
              <a:ext cx="497" cy="296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155" name="Text Box 6">
              <a:extLst>
                <a:ext uri="{FF2B5EF4-FFF2-40B4-BE49-F238E27FC236}">
                  <a16:creationId xmlns:a16="http://schemas.microsoft.com/office/drawing/2014/main" id="{EB47495D-090B-F611-E496-B7F0B09B8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" y="3283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14FD972B-E327-E639-D8CF-48A18CA6CCC0}"/>
              </a:ext>
            </a:extLst>
          </p:cNvPr>
          <p:cNvGrpSpPr>
            <a:grpSpLocks/>
          </p:cNvGrpSpPr>
          <p:nvPr/>
        </p:nvGrpSpPr>
        <p:grpSpPr bwMode="auto">
          <a:xfrm>
            <a:off x="2790825" y="4900613"/>
            <a:ext cx="788988" cy="649287"/>
            <a:chOff x="1753" y="3087"/>
            <a:chExt cx="497" cy="409"/>
          </a:xfrm>
        </p:grpSpPr>
        <p:sp>
          <p:nvSpPr>
            <p:cNvPr id="2152" name="Rectangle 8">
              <a:extLst>
                <a:ext uri="{FF2B5EF4-FFF2-40B4-BE49-F238E27FC236}">
                  <a16:creationId xmlns:a16="http://schemas.microsoft.com/office/drawing/2014/main" id="{B7C8A9E9-4B50-ADF3-79B2-FC89EB9A5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3087"/>
              <a:ext cx="497" cy="409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153" name="Text Box 9">
              <a:extLst>
                <a:ext uri="{FF2B5EF4-FFF2-40B4-BE49-F238E27FC236}">
                  <a16:creationId xmlns:a16="http://schemas.microsoft.com/office/drawing/2014/main" id="{67148556-146A-5A71-BB23-E88BFB053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" y="3228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.7</a:t>
              </a:r>
            </a:p>
          </p:txBody>
        </p:sp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211F7206-B966-0CAA-FE45-7C9E8921B674}"/>
              </a:ext>
            </a:extLst>
          </p:cNvPr>
          <p:cNvGrpSpPr>
            <a:grpSpLocks/>
          </p:cNvGrpSpPr>
          <p:nvPr/>
        </p:nvGrpSpPr>
        <p:grpSpPr bwMode="auto">
          <a:xfrm>
            <a:off x="1482725" y="4613275"/>
            <a:ext cx="788988" cy="469900"/>
            <a:chOff x="2545" y="3201"/>
            <a:chExt cx="497" cy="296"/>
          </a:xfrm>
        </p:grpSpPr>
        <p:sp>
          <p:nvSpPr>
            <p:cNvPr id="2150" name="Rectangle 11">
              <a:extLst>
                <a:ext uri="{FF2B5EF4-FFF2-40B4-BE49-F238E27FC236}">
                  <a16:creationId xmlns:a16="http://schemas.microsoft.com/office/drawing/2014/main" id="{4C55EAC0-077C-D765-6C52-796699216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201"/>
              <a:ext cx="497" cy="29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151" name="Text Box 12">
              <a:extLst>
                <a:ext uri="{FF2B5EF4-FFF2-40B4-BE49-F238E27FC236}">
                  <a16:creationId xmlns:a16="http://schemas.microsoft.com/office/drawing/2014/main" id="{74BC2F7B-A1DD-BA8F-F976-584E38325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3278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230B5D27-31BD-BAAD-6A72-843B5DD3454E}"/>
              </a:ext>
            </a:extLst>
          </p:cNvPr>
          <p:cNvGrpSpPr>
            <a:grpSpLocks/>
          </p:cNvGrpSpPr>
          <p:nvPr/>
        </p:nvGrpSpPr>
        <p:grpSpPr bwMode="auto">
          <a:xfrm>
            <a:off x="2787650" y="4694238"/>
            <a:ext cx="788988" cy="227012"/>
            <a:chOff x="2545" y="3075"/>
            <a:chExt cx="497" cy="143"/>
          </a:xfrm>
        </p:grpSpPr>
        <p:sp>
          <p:nvSpPr>
            <p:cNvPr id="2148" name="Rectangle 14">
              <a:extLst>
                <a:ext uri="{FF2B5EF4-FFF2-40B4-BE49-F238E27FC236}">
                  <a16:creationId xmlns:a16="http://schemas.microsoft.com/office/drawing/2014/main" id="{DDEAA29D-7A2A-6DBD-9ABC-031A1D190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084"/>
              <a:ext cx="497" cy="120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149" name="Text Box 15">
              <a:extLst>
                <a:ext uri="{FF2B5EF4-FFF2-40B4-BE49-F238E27FC236}">
                  <a16:creationId xmlns:a16="http://schemas.microsoft.com/office/drawing/2014/main" id="{D2304F8B-9AC1-A9FD-C92B-8729C668F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6" y="3075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6" name="Group 112">
            <a:extLst>
              <a:ext uri="{FF2B5EF4-FFF2-40B4-BE49-F238E27FC236}">
                <a16:creationId xmlns:a16="http://schemas.microsoft.com/office/drawing/2014/main" id="{E53BBD14-521C-34CA-B226-7C4B5BCABC03}"/>
              </a:ext>
            </a:extLst>
          </p:cNvPr>
          <p:cNvGrpSpPr>
            <a:grpSpLocks/>
          </p:cNvGrpSpPr>
          <p:nvPr/>
        </p:nvGrpSpPr>
        <p:grpSpPr bwMode="auto">
          <a:xfrm>
            <a:off x="4035425" y="5186363"/>
            <a:ext cx="788988" cy="363537"/>
            <a:chOff x="2542" y="3267"/>
            <a:chExt cx="497" cy="229"/>
          </a:xfrm>
        </p:grpSpPr>
        <p:sp>
          <p:nvSpPr>
            <p:cNvPr id="2146" name="Rectangle 17">
              <a:extLst>
                <a:ext uri="{FF2B5EF4-FFF2-40B4-BE49-F238E27FC236}">
                  <a16:creationId xmlns:a16="http://schemas.microsoft.com/office/drawing/2014/main" id="{19A0A849-CB20-3B79-00E1-AD349423A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267"/>
              <a:ext cx="497" cy="229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147" name="Text Box 18">
              <a:extLst>
                <a:ext uri="{FF2B5EF4-FFF2-40B4-BE49-F238E27FC236}">
                  <a16:creationId xmlns:a16="http://schemas.microsoft.com/office/drawing/2014/main" id="{5577C9B4-44CF-06FD-E379-78696A198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9" y="3302"/>
              <a:ext cx="189" cy="143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.4</a:t>
              </a:r>
            </a:p>
          </p:txBody>
        </p:sp>
      </p:grpSp>
      <p:grpSp>
        <p:nvGrpSpPr>
          <p:cNvPr id="7" name="Group 19">
            <a:extLst>
              <a:ext uri="{FF2B5EF4-FFF2-40B4-BE49-F238E27FC236}">
                <a16:creationId xmlns:a16="http://schemas.microsoft.com/office/drawing/2014/main" id="{50E714AF-38FD-FA8B-966C-68DC89375069}"/>
              </a:ext>
            </a:extLst>
          </p:cNvPr>
          <p:cNvGrpSpPr>
            <a:grpSpLocks/>
          </p:cNvGrpSpPr>
          <p:nvPr/>
        </p:nvGrpSpPr>
        <p:grpSpPr bwMode="auto">
          <a:xfrm>
            <a:off x="4035425" y="4989513"/>
            <a:ext cx="788988" cy="227012"/>
            <a:chOff x="3372" y="3143"/>
            <a:chExt cx="497" cy="143"/>
          </a:xfrm>
        </p:grpSpPr>
        <p:sp>
          <p:nvSpPr>
            <p:cNvPr id="2144" name="Rectangle 20">
              <a:extLst>
                <a:ext uri="{FF2B5EF4-FFF2-40B4-BE49-F238E27FC236}">
                  <a16:creationId xmlns:a16="http://schemas.microsoft.com/office/drawing/2014/main" id="{41CDAE76-F6A5-F599-078D-67E2CEFF5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3147"/>
              <a:ext cx="497" cy="12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145" name="Text Box 21">
              <a:extLst>
                <a:ext uri="{FF2B5EF4-FFF2-40B4-BE49-F238E27FC236}">
                  <a16:creationId xmlns:a16="http://schemas.microsoft.com/office/drawing/2014/main" id="{E0844C23-9802-FCA2-276B-6F56A4B9B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3" y="3143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8" name="Group 22">
            <a:extLst>
              <a:ext uri="{FF2B5EF4-FFF2-40B4-BE49-F238E27FC236}">
                <a16:creationId xmlns:a16="http://schemas.microsoft.com/office/drawing/2014/main" id="{7581E01B-AE6C-D446-9BA7-D848093597A1}"/>
              </a:ext>
            </a:extLst>
          </p:cNvPr>
          <p:cNvGrpSpPr>
            <a:grpSpLocks/>
          </p:cNvGrpSpPr>
          <p:nvPr/>
        </p:nvGrpSpPr>
        <p:grpSpPr bwMode="auto">
          <a:xfrm>
            <a:off x="2787650" y="4560888"/>
            <a:ext cx="788988" cy="209550"/>
            <a:chOff x="4202" y="3113"/>
            <a:chExt cx="497" cy="132"/>
          </a:xfrm>
        </p:grpSpPr>
        <p:sp>
          <p:nvSpPr>
            <p:cNvPr id="2142" name="Rectangle 23">
              <a:extLst>
                <a:ext uri="{FF2B5EF4-FFF2-40B4-BE49-F238E27FC236}">
                  <a16:creationId xmlns:a16="http://schemas.microsoft.com/office/drawing/2014/main" id="{FADB5F72-73BC-3357-816C-C2B0D448F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144"/>
              <a:ext cx="497" cy="6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143" name="Text Box 24">
              <a:extLst>
                <a:ext uri="{FF2B5EF4-FFF2-40B4-BE49-F238E27FC236}">
                  <a16:creationId xmlns:a16="http://schemas.microsoft.com/office/drawing/2014/main" id="{6F9B38AE-BE5D-39E2-2381-74611FCB7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113"/>
              <a:ext cx="18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7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.1</a:t>
              </a:r>
            </a:p>
          </p:txBody>
        </p:sp>
      </p:grpSp>
      <p:grpSp>
        <p:nvGrpSpPr>
          <p:cNvPr id="9" name="Group 25">
            <a:extLst>
              <a:ext uri="{FF2B5EF4-FFF2-40B4-BE49-F238E27FC236}">
                <a16:creationId xmlns:a16="http://schemas.microsoft.com/office/drawing/2014/main" id="{CDF8637C-54DE-1C02-2449-45EB7BBC914C}"/>
              </a:ext>
            </a:extLst>
          </p:cNvPr>
          <p:cNvGrpSpPr>
            <a:grpSpLocks/>
          </p:cNvGrpSpPr>
          <p:nvPr/>
        </p:nvGrpSpPr>
        <p:grpSpPr bwMode="auto">
          <a:xfrm>
            <a:off x="5270500" y="5111750"/>
            <a:ext cx="788988" cy="469900"/>
            <a:chOff x="4202" y="3205"/>
            <a:chExt cx="497" cy="296"/>
          </a:xfrm>
        </p:grpSpPr>
        <p:sp>
          <p:nvSpPr>
            <p:cNvPr id="2140" name="Rectangle 26">
              <a:extLst>
                <a:ext uri="{FF2B5EF4-FFF2-40B4-BE49-F238E27FC236}">
                  <a16:creationId xmlns:a16="http://schemas.microsoft.com/office/drawing/2014/main" id="{4F029E62-1DD9-0C72-2736-1C506617F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205"/>
              <a:ext cx="497" cy="29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141" name="Text Box 27">
              <a:extLst>
                <a:ext uri="{FF2B5EF4-FFF2-40B4-BE49-F238E27FC236}">
                  <a16:creationId xmlns:a16="http://schemas.microsoft.com/office/drawing/2014/main" id="{6E90288F-F476-B5F9-3B29-7505E2B9C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276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sp>
        <p:nvSpPr>
          <p:cNvPr id="85020" name="Text Box 28">
            <a:extLst>
              <a:ext uri="{FF2B5EF4-FFF2-40B4-BE49-F238E27FC236}">
                <a16:creationId xmlns:a16="http://schemas.microsoft.com/office/drawing/2014/main" id="{4F8CDAC2-7235-C0A9-E27C-B58ABCEA0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950" y="5632450"/>
            <a:ext cx="882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TW" b="1" i="1">
                <a:solidFill>
                  <a:srgbClr val="FF99FF"/>
                </a:solidFill>
              </a:rPr>
              <a:t>N</a:t>
            </a:r>
            <a:r>
              <a:rPr lang="en-US" altLang="zh-TW" b="1">
                <a:solidFill>
                  <a:srgbClr val="FF99FF"/>
                </a:solidFill>
              </a:rPr>
              <a:t> </a:t>
            </a:r>
            <a:r>
              <a:rPr lang="en-US" altLang="zh-TW" b="1" i="1">
                <a:solidFill>
                  <a:srgbClr val="FF99FF"/>
                </a:solidFill>
              </a:rPr>
              <a:t>= 5</a:t>
            </a:r>
          </a:p>
        </p:txBody>
      </p:sp>
      <p:graphicFrame>
        <p:nvGraphicFramePr>
          <p:cNvPr id="85021" name="Object 29">
            <a:extLst>
              <a:ext uri="{FF2B5EF4-FFF2-40B4-BE49-F238E27FC236}">
                <a16:creationId xmlns:a16="http://schemas.microsoft.com/office/drawing/2014/main" id="{AAA4ED56-8C65-D56A-C200-FA59849CB7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8138" y="6008688"/>
          <a:ext cx="8921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01500" imgH="7899400" progId="Equation.3">
                  <p:embed/>
                </p:oleObj>
              </mc:Choice>
              <mc:Fallback>
                <p:oleObj name="Equation" r:id="rId3" imgW="12001500" imgH="78994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138" y="6008688"/>
                        <a:ext cx="8921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2" name="Text Box 30">
            <a:extLst>
              <a:ext uri="{FF2B5EF4-FFF2-40B4-BE49-F238E27FC236}">
                <a16:creationId xmlns:a16="http://schemas.microsoft.com/office/drawing/2014/main" id="{14FFB878-81A1-3D49-EAB2-3F40F28CA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50" y="1504950"/>
            <a:ext cx="56165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600">
                <a:solidFill>
                  <a:srgbClr val="00FFFF"/>
                </a:solidFill>
                <a:latin typeface="Arial" panose="020B0604020202020204" pitchFamily="34" charset="0"/>
              </a:rPr>
              <a:t>.5    .7    .5    .2    .4    .2    .5    .1    .6</a:t>
            </a:r>
          </a:p>
        </p:txBody>
      </p:sp>
      <p:sp>
        <p:nvSpPr>
          <p:cNvPr id="2063" name="Text Box 31">
            <a:extLst>
              <a:ext uri="{FF2B5EF4-FFF2-40B4-BE49-F238E27FC236}">
                <a16:creationId xmlns:a16="http://schemas.microsoft.com/office/drawing/2014/main" id="{D2CFF0A9-0E65-1EF2-5163-404BCCFDA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0" y="1993900"/>
            <a:ext cx="4378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800">
                <a:solidFill>
                  <a:srgbClr val="FFCC00"/>
                </a:solidFill>
                <a:latin typeface="Arial" panose="020B0604020202020204" pitchFamily="34" charset="0"/>
              </a:rPr>
              <a:t>Next Fit Packing Algorithm</a:t>
            </a:r>
          </a:p>
        </p:txBody>
      </p:sp>
      <p:grpSp>
        <p:nvGrpSpPr>
          <p:cNvPr id="10" name="Group 109">
            <a:extLst>
              <a:ext uri="{FF2B5EF4-FFF2-40B4-BE49-F238E27FC236}">
                <a16:creationId xmlns:a16="http://schemas.microsoft.com/office/drawing/2014/main" id="{E3D906D5-B7F9-3CF8-FED9-8221AAC959D8}"/>
              </a:ext>
            </a:extLst>
          </p:cNvPr>
          <p:cNvGrpSpPr>
            <a:grpSpLocks/>
          </p:cNvGrpSpPr>
          <p:nvPr/>
        </p:nvGrpSpPr>
        <p:grpSpPr bwMode="auto">
          <a:xfrm>
            <a:off x="1468438" y="4611688"/>
            <a:ext cx="5926137" cy="992187"/>
            <a:chOff x="925" y="2905"/>
            <a:chExt cx="3733" cy="625"/>
          </a:xfrm>
        </p:grpSpPr>
        <p:grpSp>
          <p:nvGrpSpPr>
            <p:cNvPr id="2120" name="Group 82">
              <a:extLst>
                <a:ext uri="{FF2B5EF4-FFF2-40B4-BE49-F238E27FC236}">
                  <a16:creationId xmlns:a16="http://schemas.microsoft.com/office/drawing/2014/main" id="{8A0AE243-0251-2018-70F9-6E6F5D409A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" y="2905"/>
              <a:ext cx="524" cy="610"/>
              <a:chOff x="1098" y="2349"/>
              <a:chExt cx="524" cy="610"/>
            </a:xfrm>
          </p:grpSpPr>
          <p:sp>
            <p:nvSpPr>
              <p:cNvPr id="2137" name="Line 83">
                <a:extLst>
                  <a:ext uri="{FF2B5EF4-FFF2-40B4-BE49-F238E27FC236}">
                    <a16:creationId xmlns:a16="http://schemas.microsoft.com/office/drawing/2014/main" id="{88B5576E-94C5-E41E-7758-2B2A1767A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2138" name="Line 84">
                <a:extLst>
                  <a:ext uri="{FF2B5EF4-FFF2-40B4-BE49-F238E27FC236}">
                    <a16:creationId xmlns:a16="http://schemas.microsoft.com/office/drawing/2014/main" id="{73F46B43-75F4-1BD0-E8FA-CAEE4829C9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2139" name="Line 85">
                <a:extLst>
                  <a:ext uri="{FF2B5EF4-FFF2-40B4-BE49-F238E27FC236}">
                    <a16:creationId xmlns:a16="http://schemas.microsoft.com/office/drawing/2014/main" id="{4E4D0D40-207C-DD17-AE88-82DC6FBEE5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2121" name="Group 86">
              <a:extLst>
                <a:ext uri="{FF2B5EF4-FFF2-40B4-BE49-F238E27FC236}">
                  <a16:creationId xmlns:a16="http://schemas.microsoft.com/office/drawing/2014/main" id="{6EEEB918-9DF7-C283-E43E-624A4F3C51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2" y="2905"/>
              <a:ext cx="524" cy="610"/>
              <a:chOff x="1098" y="2349"/>
              <a:chExt cx="524" cy="610"/>
            </a:xfrm>
          </p:grpSpPr>
          <p:sp>
            <p:nvSpPr>
              <p:cNvPr id="2134" name="Line 87">
                <a:extLst>
                  <a:ext uri="{FF2B5EF4-FFF2-40B4-BE49-F238E27FC236}">
                    <a16:creationId xmlns:a16="http://schemas.microsoft.com/office/drawing/2014/main" id="{6E4D6312-2C73-8974-580B-19DB99A662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2135" name="Line 88">
                <a:extLst>
                  <a:ext uri="{FF2B5EF4-FFF2-40B4-BE49-F238E27FC236}">
                    <a16:creationId xmlns:a16="http://schemas.microsoft.com/office/drawing/2014/main" id="{7009AF78-40CA-6532-6F66-0B6324028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2136" name="Line 89">
                <a:extLst>
                  <a:ext uri="{FF2B5EF4-FFF2-40B4-BE49-F238E27FC236}">
                    <a16:creationId xmlns:a16="http://schemas.microsoft.com/office/drawing/2014/main" id="{71EF5A0E-3DEF-3FBF-69E9-E1C90C0D9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2122" name="Group 90">
              <a:extLst>
                <a:ext uri="{FF2B5EF4-FFF2-40B4-BE49-F238E27FC236}">
                  <a16:creationId xmlns:a16="http://schemas.microsoft.com/office/drawing/2014/main" id="{4EB8051A-2162-681C-DFC9-E031FDE897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" y="2905"/>
              <a:ext cx="524" cy="610"/>
              <a:chOff x="1098" y="2349"/>
              <a:chExt cx="524" cy="610"/>
            </a:xfrm>
          </p:grpSpPr>
          <p:sp>
            <p:nvSpPr>
              <p:cNvPr id="2131" name="Line 91">
                <a:extLst>
                  <a:ext uri="{FF2B5EF4-FFF2-40B4-BE49-F238E27FC236}">
                    <a16:creationId xmlns:a16="http://schemas.microsoft.com/office/drawing/2014/main" id="{ED2130BA-FAAD-C16D-664F-5A92E09E6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2132" name="Line 92">
                <a:extLst>
                  <a:ext uri="{FF2B5EF4-FFF2-40B4-BE49-F238E27FC236}">
                    <a16:creationId xmlns:a16="http://schemas.microsoft.com/office/drawing/2014/main" id="{F3C958C7-A667-D8EC-CA70-5007A53E5D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2133" name="Line 93">
                <a:extLst>
                  <a:ext uri="{FF2B5EF4-FFF2-40B4-BE49-F238E27FC236}">
                    <a16:creationId xmlns:a16="http://schemas.microsoft.com/office/drawing/2014/main" id="{800C0877-2660-F4BA-4EA7-BFBF95EF35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2123" name="Group 94">
              <a:extLst>
                <a:ext uri="{FF2B5EF4-FFF2-40B4-BE49-F238E27FC236}">
                  <a16:creationId xmlns:a16="http://schemas.microsoft.com/office/drawing/2014/main" id="{1A19715B-091E-6B3F-1EDD-7662E07395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7" y="2920"/>
              <a:ext cx="524" cy="610"/>
              <a:chOff x="1098" y="2349"/>
              <a:chExt cx="524" cy="610"/>
            </a:xfrm>
          </p:grpSpPr>
          <p:sp>
            <p:nvSpPr>
              <p:cNvPr id="2128" name="Line 95">
                <a:extLst>
                  <a:ext uri="{FF2B5EF4-FFF2-40B4-BE49-F238E27FC236}">
                    <a16:creationId xmlns:a16="http://schemas.microsoft.com/office/drawing/2014/main" id="{20DCA54F-5424-5095-4990-472545D43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2129" name="Line 96">
                <a:extLst>
                  <a:ext uri="{FF2B5EF4-FFF2-40B4-BE49-F238E27FC236}">
                    <a16:creationId xmlns:a16="http://schemas.microsoft.com/office/drawing/2014/main" id="{F8CCB044-F238-5BC4-4BB3-989CFF49C6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2130" name="Line 97">
                <a:extLst>
                  <a:ext uri="{FF2B5EF4-FFF2-40B4-BE49-F238E27FC236}">
                    <a16:creationId xmlns:a16="http://schemas.microsoft.com/office/drawing/2014/main" id="{9453CC8F-55F5-97F7-4E81-3F45C9EE6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2124" name="Group 98">
              <a:extLst>
                <a:ext uri="{FF2B5EF4-FFF2-40B4-BE49-F238E27FC236}">
                  <a16:creationId xmlns:a16="http://schemas.microsoft.com/office/drawing/2014/main" id="{0499DABC-F861-3180-7792-2B34E9D24F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4" y="2920"/>
              <a:ext cx="524" cy="610"/>
              <a:chOff x="1098" y="2349"/>
              <a:chExt cx="524" cy="610"/>
            </a:xfrm>
          </p:grpSpPr>
          <p:sp>
            <p:nvSpPr>
              <p:cNvPr id="2125" name="Line 99">
                <a:extLst>
                  <a:ext uri="{FF2B5EF4-FFF2-40B4-BE49-F238E27FC236}">
                    <a16:creationId xmlns:a16="http://schemas.microsoft.com/office/drawing/2014/main" id="{1DCC18B5-D6DF-9835-77DA-5C17196207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2126" name="Line 100">
                <a:extLst>
                  <a:ext uri="{FF2B5EF4-FFF2-40B4-BE49-F238E27FC236}">
                    <a16:creationId xmlns:a16="http://schemas.microsoft.com/office/drawing/2014/main" id="{73D9A25C-F93D-A85E-2FC3-D7E8FA93C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2127" name="Line 101">
                <a:extLst>
                  <a:ext uri="{FF2B5EF4-FFF2-40B4-BE49-F238E27FC236}">
                    <a16:creationId xmlns:a16="http://schemas.microsoft.com/office/drawing/2014/main" id="{4BCDD46F-D85A-B52F-08B1-934240402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</p:grpSp>
      <p:grpSp>
        <p:nvGrpSpPr>
          <p:cNvPr id="2065" name="Group 33">
            <a:extLst>
              <a:ext uri="{FF2B5EF4-FFF2-40B4-BE49-F238E27FC236}">
                <a16:creationId xmlns:a16="http://schemas.microsoft.com/office/drawing/2014/main" id="{F564EBFE-5E3E-6737-DEC2-D8B4AF2470E4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2720975"/>
            <a:ext cx="831850" cy="968375"/>
            <a:chOff x="1098" y="2349"/>
            <a:chExt cx="524" cy="610"/>
          </a:xfrm>
        </p:grpSpPr>
        <p:sp>
          <p:nvSpPr>
            <p:cNvPr id="2117" name="Line 34">
              <a:extLst>
                <a:ext uri="{FF2B5EF4-FFF2-40B4-BE49-F238E27FC236}">
                  <a16:creationId xmlns:a16="http://schemas.microsoft.com/office/drawing/2014/main" id="{51D3AA83-8DF2-4420-2942-D93885BD1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18" name="Line 35">
              <a:extLst>
                <a:ext uri="{FF2B5EF4-FFF2-40B4-BE49-F238E27FC236}">
                  <a16:creationId xmlns:a16="http://schemas.microsoft.com/office/drawing/2014/main" id="{80ED143A-8514-3900-F33E-7AEA04BC4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19" name="Line 36">
              <a:extLst>
                <a:ext uri="{FF2B5EF4-FFF2-40B4-BE49-F238E27FC236}">
                  <a16:creationId xmlns:a16="http://schemas.microsoft.com/office/drawing/2014/main" id="{7C0A4377-383E-D0A6-B9AF-85E3E2842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2066" name="Group 37">
            <a:extLst>
              <a:ext uri="{FF2B5EF4-FFF2-40B4-BE49-F238E27FC236}">
                <a16:creationId xmlns:a16="http://schemas.microsoft.com/office/drawing/2014/main" id="{1EE2A2CA-638F-6CAA-0C11-530CEAB76129}"/>
              </a:ext>
            </a:extLst>
          </p:cNvPr>
          <p:cNvGrpSpPr>
            <a:grpSpLocks/>
          </p:cNvGrpSpPr>
          <p:nvPr/>
        </p:nvGrpSpPr>
        <p:grpSpPr bwMode="auto">
          <a:xfrm>
            <a:off x="2673350" y="2720975"/>
            <a:ext cx="831850" cy="968375"/>
            <a:chOff x="1098" y="2349"/>
            <a:chExt cx="524" cy="610"/>
          </a:xfrm>
        </p:grpSpPr>
        <p:sp>
          <p:nvSpPr>
            <p:cNvPr id="2114" name="Line 38">
              <a:extLst>
                <a:ext uri="{FF2B5EF4-FFF2-40B4-BE49-F238E27FC236}">
                  <a16:creationId xmlns:a16="http://schemas.microsoft.com/office/drawing/2014/main" id="{040383DB-E41B-79DA-26D0-DE2523AC8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15" name="Line 39">
              <a:extLst>
                <a:ext uri="{FF2B5EF4-FFF2-40B4-BE49-F238E27FC236}">
                  <a16:creationId xmlns:a16="http://schemas.microsoft.com/office/drawing/2014/main" id="{5BA69AE4-9F1F-0FE4-ADF5-5C8D0C194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16" name="Line 40">
              <a:extLst>
                <a:ext uri="{FF2B5EF4-FFF2-40B4-BE49-F238E27FC236}">
                  <a16:creationId xmlns:a16="http://schemas.microsoft.com/office/drawing/2014/main" id="{0F6BCD90-5659-2640-D054-4FF2887DF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2067" name="Group 41">
            <a:extLst>
              <a:ext uri="{FF2B5EF4-FFF2-40B4-BE49-F238E27FC236}">
                <a16:creationId xmlns:a16="http://schemas.microsoft.com/office/drawing/2014/main" id="{5DC19509-6203-ECC8-ED3C-3391D656FB1A}"/>
              </a:ext>
            </a:extLst>
          </p:cNvPr>
          <p:cNvGrpSpPr>
            <a:grpSpLocks/>
          </p:cNvGrpSpPr>
          <p:nvPr/>
        </p:nvGrpSpPr>
        <p:grpSpPr bwMode="auto">
          <a:xfrm>
            <a:off x="3927475" y="2720975"/>
            <a:ext cx="831850" cy="968375"/>
            <a:chOff x="1098" y="2349"/>
            <a:chExt cx="524" cy="610"/>
          </a:xfrm>
        </p:grpSpPr>
        <p:sp>
          <p:nvSpPr>
            <p:cNvPr id="2111" name="Line 42">
              <a:extLst>
                <a:ext uri="{FF2B5EF4-FFF2-40B4-BE49-F238E27FC236}">
                  <a16:creationId xmlns:a16="http://schemas.microsoft.com/office/drawing/2014/main" id="{B55DE701-C5FF-AEFE-626A-E1D19738D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12" name="Line 43">
              <a:extLst>
                <a:ext uri="{FF2B5EF4-FFF2-40B4-BE49-F238E27FC236}">
                  <a16:creationId xmlns:a16="http://schemas.microsoft.com/office/drawing/2014/main" id="{6388EC36-041A-F420-7DF0-C84E3A9EE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13" name="Line 44">
              <a:extLst>
                <a:ext uri="{FF2B5EF4-FFF2-40B4-BE49-F238E27FC236}">
                  <a16:creationId xmlns:a16="http://schemas.microsoft.com/office/drawing/2014/main" id="{DDDA53F7-17EC-ED4E-3ED2-3AFD7F778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2068" name="Group 45">
            <a:extLst>
              <a:ext uri="{FF2B5EF4-FFF2-40B4-BE49-F238E27FC236}">
                <a16:creationId xmlns:a16="http://schemas.microsoft.com/office/drawing/2014/main" id="{457D9294-211F-0C21-8BA3-B7DE5B57A5E8}"/>
              </a:ext>
            </a:extLst>
          </p:cNvPr>
          <p:cNvGrpSpPr>
            <a:grpSpLocks/>
          </p:cNvGrpSpPr>
          <p:nvPr/>
        </p:nvGrpSpPr>
        <p:grpSpPr bwMode="auto">
          <a:xfrm>
            <a:off x="5248275" y="2720975"/>
            <a:ext cx="831850" cy="968375"/>
            <a:chOff x="1098" y="2349"/>
            <a:chExt cx="524" cy="610"/>
          </a:xfrm>
        </p:grpSpPr>
        <p:sp>
          <p:nvSpPr>
            <p:cNvPr id="2108" name="Line 46">
              <a:extLst>
                <a:ext uri="{FF2B5EF4-FFF2-40B4-BE49-F238E27FC236}">
                  <a16:creationId xmlns:a16="http://schemas.microsoft.com/office/drawing/2014/main" id="{22E529D5-ACDD-C99F-785B-62932B446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09" name="Line 47">
              <a:extLst>
                <a:ext uri="{FF2B5EF4-FFF2-40B4-BE49-F238E27FC236}">
                  <a16:creationId xmlns:a16="http://schemas.microsoft.com/office/drawing/2014/main" id="{84FD07BE-85DC-AFCE-2D7F-DD86693F0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10" name="Line 48">
              <a:extLst>
                <a:ext uri="{FF2B5EF4-FFF2-40B4-BE49-F238E27FC236}">
                  <a16:creationId xmlns:a16="http://schemas.microsoft.com/office/drawing/2014/main" id="{2CE555F8-5D81-71DB-734E-FAE017CB5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2069" name="Group 49">
            <a:extLst>
              <a:ext uri="{FF2B5EF4-FFF2-40B4-BE49-F238E27FC236}">
                <a16:creationId xmlns:a16="http://schemas.microsoft.com/office/drawing/2014/main" id="{85AE2C6D-86DF-458F-A0C8-ADEC85A05C90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720975"/>
            <a:ext cx="831850" cy="968375"/>
            <a:chOff x="1098" y="2349"/>
            <a:chExt cx="524" cy="610"/>
          </a:xfrm>
        </p:grpSpPr>
        <p:sp>
          <p:nvSpPr>
            <p:cNvPr id="2105" name="Line 50">
              <a:extLst>
                <a:ext uri="{FF2B5EF4-FFF2-40B4-BE49-F238E27FC236}">
                  <a16:creationId xmlns:a16="http://schemas.microsoft.com/office/drawing/2014/main" id="{202DC0C9-AB4E-27D6-F859-956F2349E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06" name="Line 51">
              <a:extLst>
                <a:ext uri="{FF2B5EF4-FFF2-40B4-BE49-F238E27FC236}">
                  <a16:creationId xmlns:a16="http://schemas.microsoft.com/office/drawing/2014/main" id="{1B0ACC61-073D-5E7C-DC8E-3FB2E32FF1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07" name="Line 52">
              <a:extLst>
                <a:ext uri="{FF2B5EF4-FFF2-40B4-BE49-F238E27FC236}">
                  <a16:creationId xmlns:a16="http://schemas.microsoft.com/office/drawing/2014/main" id="{2B345AB2-5596-BE8C-2CFB-6CE565C44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2070" name="Group 53">
            <a:extLst>
              <a:ext uri="{FF2B5EF4-FFF2-40B4-BE49-F238E27FC236}">
                <a16:creationId xmlns:a16="http://schemas.microsoft.com/office/drawing/2014/main" id="{72F96F37-955E-24C2-F8F1-B9F021EC8D32}"/>
              </a:ext>
            </a:extLst>
          </p:cNvPr>
          <p:cNvGrpSpPr>
            <a:grpSpLocks/>
          </p:cNvGrpSpPr>
          <p:nvPr/>
        </p:nvGrpSpPr>
        <p:grpSpPr bwMode="auto">
          <a:xfrm>
            <a:off x="7870825" y="2720975"/>
            <a:ext cx="831850" cy="968375"/>
            <a:chOff x="1098" y="2349"/>
            <a:chExt cx="524" cy="610"/>
          </a:xfrm>
        </p:grpSpPr>
        <p:sp>
          <p:nvSpPr>
            <p:cNvPr id="2102" name="Line 54">
              <a:extLst>
                <a:ext uri="{FF2B5EF4-FFF2-40B4-BE49-F238E27FC236}">
                  <a16:creationId xmlns:a16="http://schemas.microsoft.com/office/drawing/2014/main" id="{E50413CA-E595-6C8B-655C-33B803A6A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03" name="Line 55">
              <a:extLst>
                <a:ext uri="{FF2B5EF4-FFF2-40B4-BE49-F238E27FC236}">
                  <a16:creationId xmlns:a16="http://schemas.microsoft.com/office/drawing/2014/main" id="{0AA2DE91-70BA-8AC4-EFB8-31805F816E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2104" name="Line 56">
              <a:extLst>
                <a:ext uri="{FF2B5EF4-FFF2-40B4-BE49-F238E27FC236}">
                  <a16:creationId xmlns:a16="http://schemas.microsoft.com/office/drawing/2014/main" id="{23EA8DEF-3C86-F428-B89E-02A3B8066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2071" name="Group 57">
            <a:extLst>
              <a:ext uri="{FF2B5EF4-FFF2-40B4-BE49-F238E27FC236}">
                <a16:creationId xmlns:a16="http://schemas.microsoft.com/office/drawing/2014/main" id="{E756FAAE-5CEB-9AD5-5A91-828F6D48B22D}"/>
              </a:ext>
            </a:extLst>
          </p:cNvPr>
          <p:cNvGrpSpPr>
            <a:grpSpLocks/>
          </p:cNvGrpSpPr>
          <p:nvPr/>
        </p:nvGrpSpPr>
        <p:grpSpPr bwMode="auto">
          <a:xfrm>
            <a:off x="1393825" y="3190875"/>
            <a:ext cx="788988" cy="469900"/>
            <a:chOff x="936" y="3201"/>
            <a:chExt cx="497" cy="296"/>
          </a:xfrm>
        </p:grpSpPr>
        <p:sp>
          <p:nvSpPr>
            <p:cNvPr id="2100" name="Rectangle 58">
              <a:extLst>
                <a:ext uri="{FF2B5EF4-FFF2-40B4-BE49-F238E27FC236}">
                  <a16:creationId xmlns:a16="http://schemas.microsoft.com/office/drawing/2014/main" id="{C59072DC-1D23-7365-2DF3-0C3088679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3201"/>
              <a:ext cx="497" cy="296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101" name="Text Box 59">
              <a:extLst>
                <a:ext uri="{FF2B5EF4-FFF2-40B4-BE49-F238E27FC236}">
                  <a16:creationId xmlns:a16="http://schemas.microsoft.com/office/drawing/2014/main" id="{2BA2C411-2D7E-112D-F648-BAFBDBF78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" y="3283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2072" name="Group 60">
            <a:extLst>
              <a:ext uri="{FF2B5EF4-FFF2-40B4-BE49-F238E27FC236}">
                <a16:creationId xmlns:a16="http://schemas.microsoft.com/office/drawing/2014/main" id="{3C5F836B-3DE6-AA80-217B-A7918D46C6AA}"/>
              </a:ext>
            </a:extLst>
          </p:cNvPr>
          <p:cNvGrpSpPr>
            <a:grpSpLocks/>
          </p:cNvGrpSpPr>
          <p:nvPr/>
        </p:nvGrpSpPr>
        <p:grpSpPr bwMode="auto">
          <a:xfrm>
            <a:off x="2698750" y="3009900"/>
            <a:ext cx="788988" cy="649288"/>
            <a:chOff x="1753" y="3087"/>
            <a:chExt cx="497" cy="409"/>
          </a:xfrm>
        </p:grpSpPr>
        <p:sp>
          <p:nvSpPr>
            <p:cNvPr id="2098" name="Rectangle 61">
              <a:extLst>
                <a:ext uri="{FF2B5EF4-FFF2-40B4-BE49-F238E27FC236}">
                  <a16:creationId xmlns:a16="http://schemas.microsoft.com/office/drawing/2014/main" id="{0195C0DD-8862-4AC1-72ED-4B78B7223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3087"/>
              <a:ext cx="497" cy="409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099" name="Text Box 62">
              <a:extLst>
                <a:ext uri="{FF2B5EF4-FFF2-40B4-BE49-F238E27FC236}">
                  <a16:creationId xmlns:a16="http://schemas.microsoft.com/office/drawing/2014/main" id="{A69A93A7-9EEF-BD6E-A74B-5B3927C70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" y="3228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.7</a:t>
              </a:r>
            </a:p>
          </p:txBody>
        </p:sp>
      </p:grpSp>
      <p:grpSp>
        <p:nvGrpSpPr>
          <p:cNvPr id="2073" name="Group 63">
            <a:extLst>
              <a:ext uri="{FF2B5EF4-FFF2-40B4-BE49-F238E27FC236}">
                <a16:creationId xmlns:a16="http://schemas.microsoft.com/office/drawing/2014/main" id="{0B655841-88D7-CA8C-A585-D5A961A0A322}"/>
              </a:ext>
            </a:extLst>
          </p:cNvPr>
          <p:cNvGrpSpPr>
            <a:grpSpLocks/>
          </p:cNvGrpSpPr>
          <p:nvPr/>
        </p:nvGrpSpPr>
        <p:grpSpPr bwMode="auto">
          <a:xfrm>
            <a:off x="3948113" y="3190875"/>
            <a:ext cx="788987" cy="469900"/>
            <a:chOff x="2545" y="3201"/>
            <a:chExt cx="497" cy="296"/>
          </a:xfrm>
        </p:grpSpPr>
        <p:sp>
          <p:nvSpPr>
            <p:cNvPr id="2096" name="Rectangle 64">
              <a:extLst>
                <a:ext uri="{FF2B5EF4-FFF2-40B4-BE49-F238E27FC236}">
                  <a16:creationId xmlns:a16="http://schemas.microsoft.com/office/drawing/2014/main" id="{4904C153-F4CC-923B-BF73-35422320A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201"/>
              <a:ext cx="497" cy="29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097" name="Text Box 65">
              <a:extLst>
                <a:ext uri="{FF2B5EF4-FFF2-40B4-BE49-F238E27FC236}">
                  <a16:creationId xmlns:a16="http://schemas.microsoft.com/office/drawing/2014/main" id="{F3798DEF-1185-ED72-BC3D-57A2148F5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3278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2074" name="Group 66">
            <a:extLst>
              <a:ext uri="{FF2B5EF4-FFF2-40B4-BE49-F238E27FC236}">
                <a16:creationId xmlns:a16="http://schemas.microsoft.com/office/drawing/2014/main" id="{F189B937-327F-6479-A307-93B260B81952}"/>
              </a:ext>
            </a:extLst>
          </p:cNvPr>
          <p:cNvGrpSpPr>
            <a:grpSpLocks/>
          </p:cNvGrpSpPr>
          <p:nvPr/>
        </p:nvGrpSpPr>
        <p:grpSpPr bwMode="auto">
          <a:xfrm>
            <a:off x="3948113" y="2990850"/>
            <a:ext cx="788987" cy="227013"/>
            <a:chOff x="2545" y="3075"/>
            <a:chExt cx="497" cy="143"/>
          </a:xfrm>
        </p:grpSpPr>
        <p:sp>
          <p:nvSpPr>
            <p:cNvPr id="2094" name="Rectangle 67">
              <a:extLst>
                <a:ext uri="{FF2B5EF4-FFF2-40B4-BE49-F238E27FC236}">
                  <a16:creationId xmlns:a16="http://schemas.microsoft.com/office/drawing/2014/main" id="{DE31F47D-3639-37F6-0A72-217A86684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084"/>
              <a:ext cx="497" cy="120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095" name="Text Box 68">
              <a:extLst>
                <a:ext uri="{FF2B5EF4-FFF2-40B4-BE49-F238E27FC236}">
                  <a16:creationId xmlns:a16="http://schemas.microsoft.com/office/drawing/2014/main" id="{2C18B834-5D8C-B502-DA51-D903FD700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6" y="3075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2075" name="Group 111">
            <a:extLst>
              <a:ext uri="{FF2B5EF4-FFF2-40B4-BE49-F238E27FC236}">
                <a16:creationId xmlns:a16="http://schemas.microsoft.com/office/drawing/2014/main" id="{5F2585F8-9BF3-3BDA-22B6-6A1BA6009792}"/>
              </a:ext>
            </a:extLst>
          </p:cNvPr>
          <p:cNvGrpSpPr>
            <a:grpSpLocks/>
          </p:cNvGrpSpPr>
          <p:nvPr/>
        </p:nvGrpSpPr>
        <p:grpSpPr bwMode="auto">
          <a:xfrm>
            <a:off x="5268913" y="3295650"/>
            <a:ext cx="788987" cy="363538"/>
            <a:chOff x="3319" y="2076"/>
            <a:chExt cx="497" cy="229"/>
          </a:xfrm>
        </p:grpSpPr>
        <p:sp>
          <p:nvSpPr>
            <p:cNvPr id="2092" name="Rectangle 70">
              <a:extLst>
                <a:ext uri="{FF2B5EF4-FFF2-40B4-BE49-F238E27FC236}">
                  <a16:creationId xmlns:a16="http://schemas.microsoft.com/office/drawing/2014/main" id="{14557894-9499-AD13-A8FD-72EF12EE8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2076"/>
              <a:ext cx="497" cy="229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093" name="Text Box 71">
              <a:extLst>
                <a:ext uri="{FF2B5EF4-FFF2-40B4-BE49-F238E27FC236}">
                  <a16:creationId xmlns:a16="http://schemas.microsoft.com/office/drawing/2014/main" id="{AC48A8ED-D554-0BE3-D046-BB2EAF4FB6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6" y="2111"/>
              <a:ext cx="189" cy="143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.4</a:t>
              </a:r>
            </a:p>
          </p:txBody>
        </p:sp>
      </p:grpSp>
      <p:grpSp>
        <p:nvGrpSpPr>
          <p:cNvPr id="2076" name="Group 72">
            <a:extLst>
              <a:ext uri="{FF2B5EF4-FFF2-40B4-BE49-F238E27FC236}">
                <a16:creationId xmlns:a16="http://schemas.microsoft.com/office/drawing/2014/main" id="{7E40382E-5744-CE36-80C7-A91435E24D87}"/>
              </a:ext>
            </a:extLst>
          </p:cNvPr>
          <p:cNvGrpSpPr>
            <a:grpSpLocks/>
          </p:cNvGrpSpPr>
          <p:nvPr/>
        </p:nvGrpSpPr>
        <p:grpSpPr bwMode="auto">
          <a:xfrm>
            <a:off x="5268913" y="3098800"/>
            <a:ext cx="788987" cy="227013"/>
            <a:chOff x="3372" y="3143"/>
            <a:chExt cx="497" cy="143"/>
          </a:xfrm>
        </p:grpSpPr>
        <p:sp>
          <p:nvSpPr>
            <p:cNvPr id="2090" name="Rectangle 73">
              <a:extLst>
                <a:ext uri="{FF2B5EF4-FFF2-40B4-BE49-F238E27FC236}">
                  <a16:creationId xmlns:a16="http://schemas.microsoft.com/office/drawing/2014/main" id="{ABAB9661-5614-E400-CE22-17B05454A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3147"/>
              <a:ext cx="497" cy="12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091" name="Text Box 74">
              <a:extLst>
                <a:ext uri="{FF2B5EF4-FFF2-40B4-BE49-F238E27FC236}">
                  <a16:creationId xmlns:a16="http://schemas.microsoft.com/office/drawing/2014/main" id="{73EC99D6-927F-04DC-5D46-74288E110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3" y="3143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2077" name="Group 75">
            <a:extLst>
              <a:ext uri="{FF2B5EF4-FFF2-40B4-BE49-F238E27FC236}">
                <a16:creationId xmlns:a16="http://schemas.microsoft.com/office/drawing/2014/main" id="{471595B4-CC76-072A-4928-E41652F46A43}"/>
              </a:ext>
            </a:extLst>
          </p:cNvPr>
          <p:cNvGrpSpPr>
            <a:grpSpLocks/>
          </p:cNvGrpSpPr>
          <p:nvPr/>
        </p:nvGrpSpPr>
        <p:grpSpPr bwMode="auto">
          <a:xfrm>
            <a:off x="6578600" y="3051175"/>
            <a:ext cx="788988" cy="209550"/>
            <a:chOff x="4202" y="3113"/>
            <a:chExt cx="497" cy="132"/>
          </a:xfrm>
        </p:grpSpPr>
        <p:sp>
          <p:nvSpPr>
            <p:cNvPr id="2088" name="Rectangle 76">
              <a:extLst>
                <a:ext uri="{FF2B5EF4-FFF2-40B4-BE49-F238E27FC236}">
                  <a16:creationId xmlns:a16="http://schemas.microsoft.com/office/drawing/2014/main" id="{DEAF9014-02BB-FEF8-81C8-77EAC5A74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144"/>
              <a:ext cx="497" cy="6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089" name="Text Box 77">
              <a:extLst>
                <a:ext uri="{FF2B5EF4-FFF2-40B4-BE49-F238E27FC236}">
                  <a16:creationId xmlns:a16="http://schemas.microsoft.com/office/drawing/2014/main" id="{007D4353-9F9F-4E9F-6432-A0BDA43BC1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113"/>
              <a:ext cx="18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7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.1</a:t>
              </a:r>
            </a:p>
          </p:txBody>
        </p:sp>
      </p:grpSp>
      <p:grpSp>
        <p:nvGrpSpPr>
          <p:cNvPr id="2078" name="Group 78">
            <a:extLst>
              <a:ext uri="{FF2B5EF4-FFF2-40B4-BE49-F238E27FC236}">
                <a16:creationId xmlns:a16="http://schemas.microsoft.com/office/drawing/2014/main" id="{EC4E8F77-5ADF-0C59-220E-52E454F04092}"/>
              </a:ext>
            </a:extLst>
          </p:cNvPr>
          <p:cNvGrpSpPr>
            <a:grpSpLocks/>
          </p:cNvGrpSpPr>
          <p:nvPr/>
        </p:nvGrpSpPr>
        <p:grpSpPr bwMode="auto">
          <a:xfrm>
            <a:off x="6578600" y="3197225"/>
            <a:ext cx="788988" cy="469900"/>
            <a:chOff x="4202" y="3205"/>
            <a:chExt cx="497" cy="296"/>
          </a:xfrm>
        </p:grpSpPr>
        <p:sp>
          <p:nvSpPr>
            <p:cNvPr id="2086" name="Rectangle 79">
              <a:extLst>
                <a:ext uri="{FF2B5EF4-FFF2-40B4-BE49-F238E27FC236}">
                  <a16:creationId xmlns:a16="http://schemas.microsoft.com/office/drawing/2014/main" id="{401A6C91-1FBC-942C-0140-138280697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205"/>
              <a:ext cx="497" cy="29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087" name="Text Box 80">
              <a:extLst>
                <a:ext uri="{FF2B5EF4-FFF2-40B4-BE49-F238E27FC236}">
                  <a16:creationId xmlns:a16="http://schemas.microsoft.com/office/drawing/2014/main" id="{AAC6E0B3-E6D1-E972-3166-14CC7B245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276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.5</a:t>
              </a:r>
            </a:p>
          </p:txBody>
        </p:sp>
      </p:grpSp>
      <p:grpSp>
        <p:nvGrpSpPr>
          <p:cNvPr id="2079" name="Group 102">
            <a:extLst>
              <a:ext uri="{FF2B5EF4-FFF2-40B4-BE49-F238E27FC236}">
                <a16:creationId xmlns:a16="http://schemas.microsoft.com/office/drawing/2014/main" id="{34869CB0-B021-D5A8-5C2D-E6965A857A00}"/>
              </a:ext>
            </a:extLst>
          </p:cNvPr>
          <p:cNvGrpSpPr>
            <a:grpSpLocks/>
          </p:cNvGrpSpPr>
          <p:nvPr/>
        </p:nvGrpSpPr>
        <p:grpSpPr bwMode="auto">
          <a:xfrm>
            <a:off x="7888288" y="3113088"/>
            <a:ext cx="788987" cy="554037"/>
            <a:chOff x="3409" y="3330"/>
            <a:chExt cx="497" cy="349"/>
          </a:xfrm>
        </p:grpSpPr>
        <p:sp>
          <p:nvSpPr>
            <p:cNvPr id="2084" name="Rectangle 103">
              <a:extLst>
                <a:ext uri="{FF2B5EF4-FFF2-40B4-BE49-F238E27FC236}">
                  <a16:creationId xmlns:a16="http://schemas.microsoft.com/office/drawing/2014/main" id="{3A0526CF-4229-451C-429F-4079260D3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3330"/>
              <a:ext cx="497" cy="3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085" name="Text Box 104">
              <a:extLst>
                <a:ext uri="{FF2B5EF4-FFF2-40B4-BE49-F238E27FC236}">
                  <a16:creationId xmlns:a16="http://schemas.microsoft.com/office/drawing/2014/main" id="{10BFC602-9DDA-D85F-CFD8-A74579C13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0" y="3424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.6</a:t>
              </a:r>
            </a:p>
          </p:txBody>
        </p:sp>
      </p:grpSp>
      <p:grpSp>
        <p:nvGrpSpPr>
          <p:cNvPr id="31" name="Group 105">
            <a:extLst>
              <a:ext uri="{FF2B5EF4-FFF2-40B4-BE49-F238E27FC236}">
                <a16:creationId xmlns:a16="http://schemas.microsoft.com/office/drawing/2014/main" id="{0EDD827F-2903-1A7E-35A1-F7A12208A5E0}"/>
              </a:ext>
            </a:extLst>
          </p:cNvPr>
          <p:cNvGrpSpPr>
            <a:grpSpLocks/>
          </p:cNvGrpSpPr>
          <p:nvPr/>
        </p:nvGrpSpPr>
        <p:grpSpPr bwMode="auto">
          <a:xfrm>
            <a:off x="6580188" y="5019675"/>
            <a:ext cx="788987" cy="554038"/>
            <a:chOff x="3409" y="3330"/>
            <a:chExt cx="497" cy="349"/>
          </a:xfrm>
        </p:grpSpPr>
        <p:sp>
          <p:nvSpPr>
            <p:cNvPr id="2082" name="Rectangle 106">
              <a:extLst>
                <a:ext uri="{FF2B5EF4-FFF2-40B4-BE49-F238E27FC236}">
                  <a16:creationId xmlns:a16="http://schemas.microsoft.com/office/drawing/2014/main" id="{3644275C-D329-4B2B-BF9A-809B4F32E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3330"/>
              <a:ext cx="497" cy="3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2083" name="Text Box 107">
              <a:extLst>
                <a:ext uri="{FF2B5EF4-FFF2-40B4-BE49-F238E27FC236}">
                  <a16:creationId xmlns:a16="http://schemas.microsoft.com/office/drawing/2014/main" id="{C055CEBC-43C2-4094-C44C-BB0F78B9A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0" y="3424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.6</a:t>
              </a:r>
            </a:p>
          </p:txBody>
        </p:sp>
      </p:grpSp>
      <p:sp>
        <p:nvSpPr>
          <p:cNvPr id="85106" name="Text Box 114">
            <a:extLst>
              <a:ext uri="{FF2B5EF4-FFF2-40B4-BE49-F238E27FC236}">
                <a16:creationId xmlns:a16="http://schemas.microsoft.com/office/drawing/2014/main" id="{B6358CC5-0E3C-D35E-2E46-7865DB890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163" y="6019800"/>
            <a:ext cx="2103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TW" b="1">
                <a:solidFill>
                  <a:srgbClr val="FF99FF"/>
                </a:solidFill>
              </a:rPr>
              <a:t>(</a:t>
            </a:r>
            <a:r>
              <a:rPr lang="en-US" altLang="zh-TW" b="1" i="1">
                <a:solidFill>
                  <a:srgbClr val="FF99FF"/>
                </a:solidFill>
              </a:rPr>
              <a:t>Proof omitted</a:t>
            </a:r>
            <a:r>
              <a:rPr lang="en-US" altLang="zh-TW" b="1">
                <a:solidFill>
                  <a:srgbClr val="FF99FF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5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5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5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5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5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5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20" grpId="0" autoUpdateAnimBg="0"/>
      <p:bldP spid="8510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7E682C5-02BB-4CFD-19C7-059029DD2095}"/>
              </a:ext>
            </a:extLst>
          </p:cNvPr>
          <p:cNvSpPr>
            <a:spLocks noChangeArrowheads="1"/>
          </p:cNvSpPr>
          <p:nvPr>
            <p:ph type="title"/>
          </p:nvPr>
        </p:nvSpPr>
        <p:spPr bwMode="auto">
          <a:xfrm>
            <a:off x="3136900" y="0"/>
            <a:ext cx="6007100" cy="947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First Fit Packing</a:t>
            </a:r>
            <a:b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</a:br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Algorithm</a:t>
            </a:r>
            <a:endParaRPr lang="en-US" altLang="zh-TW" sz="3200" b="1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Text Box 31">
            <a:extLst>
              <a:ext uri="{FF2B5EF4-FFF2-40B4-BE49-F238E27FC236}">
                <a16:creationId xmlns:a16="http://schemas.microsoft.com/office/drawing/2014/main" id="{22C768F8-5692-94AE-2121-FF10B683E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0" y="1993900"/>
            <a:ext cx="6046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800">
                <a:solidFill>
                  <a:srgbClr val="FFCC00"/>
                </a:solidFill>
                <a:latin typeface="Arial" panose="020B0604020202020204" pitchFamily="34" charset="0"/>
              </a:rPr>
              <a:t>Arrange the data in decreasing order</a:t>
            </a:r>
          </a:p>
        </p:txBody>
      </p:sp>
      <p:sp>
        <p:nvSpPr>
          <p:cNvPr id="10244" name="Text Box 30">
            <a:extLst>
              <a:ext uri="{FF2B5EF4-FFF2-40B4-BE49-F238E27FC236}">
                <a16:creationId xmlns:a16="http://schemas.microsoft.com/office/drawing/2014/main" id="{68D50501-B507-6FF5-2169-458555720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50" y="3200400"/>
            <a:ext cx="56165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600">
                <a:solidFill>
                  <a:srgbClr val="00FFFF"/>
                </a:solidFill>
                <a:latin typeface="Arial" panose="020B0604020202020204" pitchFamily="34" charset="0"/>
              </a:rPr>
              <a:t>.7    .6    .5    .5    .5    .4    .2    .2    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19291F2-FB36-82A3-940D-B161AB122557}"/>
              </a:ext>
            </a:extLst>
          </p:cNvPr>
          <p:cNvSpPr>
            <a:spLocks noChangeArrowheads="1"/>
          </p:cNvSpPr>
          <p:nvPr>
            <p:ph type="title"/>
          </p:nvPr>
        </p:nvSpPr>
        <p:spPr bwMode="auto">
          <a:xfrm>
            <a:off x="3136900" y="0"/>
            <a:ext cx="6007100" cy="9477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zh-TW" sz="3600" b="1">
                <a:solidFill>
                  <a:srgbClr val="FFFF00"/>
                </a:solidFill>
                <a:latin typeface="Arial" panose="020B0604020202020204" pitchFamily="34" charset="0"/>
              </a:rPr>
              <a:t>First Fit-decreasing Packing Algorithm</a:t>
            </a:r>
            <a:endParaRPr lang="en-US" altLang="zh-TW" sz="3200" b="1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ED7A4FB3-F8D9-F43B-8DDD-6B6EC4674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0" y="3946525"/>
            <a:ext cx="6400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800">
                <a:solidFill>
                  <a:srgbClr val="FFCC00"/>
                </a:solidFill>
                <a:latin typeface="Arial" panose="020B0604020202020204" pitchFamily="34" charset="0"/>
              </a:rPr>
              <a:t>First Fit -Decreasing Packing Algorithm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6F1F4B-4043-148C-8904-93F20209B56B}"/>
              </a:ext>
            </a:extLst>
          </p:cNvPr>
          <p:cNvGrpSpPr>
            <a:grpSpLocks/>
          </p:cNvGrpSpPr>
          <p:nvPr/>
        </p:nvGrpSpPr>
        <p:grpSpPr bwMode="auto">
          <a:xfrm>
            <a:off x="1485900" y="5081588"/>
            <a:ext cx="788988" cy="469900"/>
            <a:chOff x="936" y="3201"/>
            <a:chExt cx="497" cy="296"/>
          </a:xfrm>
          <a:solidFill>
            <a:srgbClr val="FF0000"/>
          </a:solidFill>
        </p:grpSpPr>
        <p:sp>
          <p:nvSpPr>
            <p:cNvPr id="84997" name="Rectangle 5">
              <a:extLst>
                <a:ext uri="{FF2B5EF4-FFF2-40B4-BE49-F238E27FC236}">
                  <a16:creationId xmlns:a16="http://schemas.microsoft.com/office/drawing/2014/main" id="{517E65A2-7E5F-D9D8-9B0A-083C522F3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3201"/>
              <a:ext cx="497" cy="296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4998" name="Text Box 6">
              <a:extLst>
                <a:ext uri="{FF2B5EF4-FFF2-40B4-BE49-F238E27FC236}">
                  <a16:creationId xmlns:a16="http://schemas.microsoft.com/office/drawing/2014/main" id="{ED66832C-013C-BE86-2773-6C37D8DD66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" y="3283"/>
              <a:ext cx="190" cy="1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zh-TW" sz="1100" b="1" dirty="0">
                  <a:solidFill>
                    <a:srgbClr val="000000"/>
                  </a:solidFill>
                  <a:latin typeface="Arial" charset="0"/>
                </a:rPr>
                <a:t>.7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0C036971-FFAE-CFEB-633C-1A2AF41E05DF}"/>
              </a:ext>
            </a:extLst>
          </p:cNvPr>
          <p:cNvGrpSpPr>
            <a:grpSpLocks/>
          </p:cNvGrpSpPr>
          <p:nvPr/>
        </p:nvGrpSpPr>
        <p:grpSpPr bwMode="auto">
          <a:xfrm>
            <a:off x="2790825" y="4900613"/>
            <a:ext cx="788988" cy="649287"/>
            <a:chOff x="1753" y="3087"/>
            <a:chExt cx="497" cy="409"/>
          </a:xfrm>
        </p:grpSpPr>
        <p:sp>
          <p:nvSpPr>
            <p:cNvPr id="85000" name="Rectangle 8">
              <a:extLst>
                <a:ext uri="{FF2B5EF4-FFF2-40B4-BE49-F238E27FC236}">
                  <a16:creationId xmlns:a16="http://schemas.microsoft.com/office/drawing/2014/main" id="{F6C0174C-FB7D-63F6-6798-6096A78EF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3087"/>
              <a:ext cx="497" cy="4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348" name="Text Box 9">
              <a:extLst>
                <a:ext uri="{FF2B5EF4-FFF2-40B4-BE49-F238E27FC236}">
                  <a16:creationId xmlns:a16="http://schemas.microsoft.com/office/drawing/2014/main" id="{B914D029-D10C-54F0-70B0-64779D562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" y="3228"/>
              <a:ext cx="19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.6</a:t>
              </a:r>
            </a:p>
          </p:txBody>
        </p:sp>
      </p:grpSp>
      <p:grpSp>
        <p:nvGrpSpPr>
          <p:cNvPr id="4" name="Group 112">
            <a:extLst>
              <a:ext uri="{FF2B5EF4-FFF2-40B4-BE49-F238E27FC236}">
                <a16:creationId xmlns:a16="http://schemas.microsoft.com/office/drawing/2014/main" id="{4CB51B6E-D85E-AFFD-0E07-8C4BC425E275}"/>
              </a:ext>
            </a:extLst>
          </p:cNvPr>
          <p:cNvGrpSpPr>
            <a:grpSpLocks/>
          </p:cNvGrpSpPr>
          <p:nvPr/>
        </p:nvGrpSpPr>
        <p:grpSpPr bwMode="auto">
          <a:xfrm>
            <a:off x="4035425" y="5186363"/>
            <a:ext cx="788988" cy="363537"/>
            <a:chOff x="2542" y="3267"/>
            <a:chExt cx="497" cy="229"/>
          </a:xfrm>
          <a:solidFill>
            <a:schemeClr val="accent1">
              <a:lumMod val="75000"/>
            </a:schemeClr>
          </a:solidFill>
        </p:grpSpPr>
        <p:sp>
          <p:nvSpPr>
            <p:cNvPr id="85009" name="Rectangle 17">
              <a:extLst>
                <a:ext uri="{FF2B5EF4-FFF2-40B4-BE49-F238E27FC236}">
                  <a16:creationId xmlns:a16="http://schemas.microsoft.com/office/drawing/2014/main" id="{2B67C1FF-A72D-A063-A397-DF1C732B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267"/>
              <a:ext cx="497" cy="229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5010" name="Text Box 18">
              <a:extLst>
                <a:ext uri="{FF2B5EF4-FFF2-40B4-BE49-F238E27FC236}">
                  <a16:creationId xmlns:a16="http://schemas.microsoft.com/office/drawing/2014/main" id="{067A4C97-E9AC-B852-6335-B82901F16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9" y="3302"/>
              <a:ext cx="190" cy="1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zh-TW" sz="1100" b="1" dirty="0">
                  <a:solidFill>
                    <a:srgbClr val="000000"/>
                  </a:solidFill>
                  <a:latin typeface="Arial" charset="0"/>
                </a:rPr>
                <a:t>.5</a:t>
              </a:r>
            </a:p>
          </p:txBody>
        </p:sp>
      </p:grpSp>
      <p:grpSp>
        <p:nvGrpSpPr>
          <p:cNvPr id="5" name="Group 25">
            <a:extLst>
              <a:ext uri="{FF2B5EF4-FFF2-40B4-BE49-F238E27FC236}">
                <a16:creationId xmlns:a16="http://schemas.microsoft.com/office/drawing/2014/main" id="{0BE41992-E8AA-B0D9-3ED2-5AC0EBF47D11}"/>
              </a:ext>
            </a:extLst>
          </p:cNvPr>
          <p:cNvGrpSpPr>
            <a:grpSpLocks/>
          </p:cNvGrpSpPr>
          <p:nvPr/>
        </p:nvGrpSpPr>
        <p:grpSpPr bwMode="auto">
          <a:xfrm>
            <a:off x="5270500" y="5111750"/>
            <a:ext cx="788988" cy="469900"/>
            <a:chOff x="4202" y="3205"/>
            <a:chExt cx="497" cy="296"/>
          </a:xfrm>
          <a:solidFill>
            <a:schemeClr val="accent1">
              <a:lumMod val="75000"/>
            </a:schemeClr>
          </a:solidFill>
        </p:grpSpPr>
        <p:sp>
          <p:nvSpPr>
            <p:cNvPr id="85018" name="Rectangle 26">
              <a:extLst>
                <a:ext uri="{FF2B5EF4-FFF2-40B4-BE49-F238E27FC236}">
                  <a16:creationId xmlns:a16="http://schemas.microsoft.com/office/drawing/2014/main" id="{E2D246AA-5CDE-14F6-0FA8-C147212F5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205"/>
              <a:ext cx="497" cy="296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5019" name="Text Box 27">
              <a:extLst>
                <a:ext uri="{FF2B5EF4-FFF2-40B4-BE49-F238E27FC236}">
                  <a16:creationId xmlns:a16="http://schemas.microsoft.com/office/drawing/2014/main" id="{7A5315B6-0A28-071F-C7CE-6D49D2360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276"/>
              <a:ext cx="189" cy="1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zh-TW" sz="1100" b="1">
                  <a:solidFill>
                    <a:srgbClr val="000000"/>
                  </a:solidFill>
                  <a:latin typeface="Arial" charset="0"/>
                </a:rPr>
                <a:t>.5</a:t>
              </a:r>
            </a:p>
          </p:txBody>
        </p:sp>
      </p:grpSp>
      <p:sp>
        <p:nvSpPr>
          <p:cNvPr id="85020" name="Text Box 28">
            <a:extLst>
              <a:ext uri="{FF2B5EF4-FFF2-40B4-BE49-F238E27FC236}">
                <a16:creationId xmlns:a16="http://schemas.microsoft.com/office/drawing/2014/main" id="{2897AF7F-2775-4E93-1B33-C6395B144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950" y="5632450"/>
            <a:ext cx="890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TW" b="1" i="1">
                <a:solidFill>
                  <a:srgbClr val="FF99FF"/>
                </a:solidFill>
              </a:rPr>
              <a:t>N</a:t>
            </a:r>
            <a:r>
              <a:rPr lang="en-US" altLang="zh-TW" b="1">
                <a:solidFill>
                  <a:srgbClr val="FF99FF"/>
                </a:solidFill>
              </a:rPr>
              <a:t> </a:t>
            </a:r>
            <a:r>
              <a:rPr lang="en-US" altLang="zh-TW" b="1" i="1">
                <a:solidFill>
                  <a:srgbClr val="FF99FF"/>
                </a:solidFill>
              </a:rPr>
              <a:t>= 4</a:t>
            </a:r>
          </a:p>
        </p:txBody>
      </p:sp>
      <p:sp>
        <p:nvSpPr>
          <p:cNvPr id="11273" name="Text Box 30">
            <a:extLst>
              <a:ext uri="{FF2B5EF4-FFF2-40B4-BE49-F238E27FC236}">
                <a16:creationId xmlns:a16="http://schemas.microsoft.com/office/drawing/2014/main" id="{9EFF6A67-136D-A24A-B0CB-41F73757E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50" y="1504950"/>
            <a:ext cx="56165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600">
                <a:solidFill>
                  <a:srgbClr val="00FFFF"/>
                </a:solidFill>
                <a:latin typeface="Arial" panose="020B0604020202020204" pitchFamily="34" charset="0"/>
              </a:rPr>
              <a:t>.7    .6    .5    .5    .5    .4    .2    .2    .1</a:t>
            </a:r>
          </a:p>
        </p:txBody>
      </p:sp>
      <p:sp>
        <p:nvSpPr>
          <p:cNvPr id="11274" name="Text Box 31">
            <a:extLst>
              <a:ext uri="{FF2B5EF4-FFF2-40B4-BE49-F238E27FC236}">
                <a16:creationId xmlns:a16="http://schemas.microsoft.com/office/drawing/2014/main" id="{297C571D-EFDA-DE64-DBD0-C4FD94F4E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0" y="1993900"/>
            <a:ext cx="4378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TW" sz="2800">
                <a:solidFill>
                  <a:srgbClr val="FFCC00"/>
                </a:solidFill>
                <a:latin typeface="Arial" panose="020B0604020202020204" pitchFamily="34" charset="0"/>
              </a:rPr>
              <a:t>Next Fit Packing Algorithm</a:t>
            </a:r>
          </a:p>
        </p:txBody>
      </p:sp>
      <p:grpSp>
        <p:nvGrpSpPr>
          <p:cNvPr id="6" name="Group 109">
            <a:extLst>
              <a:ext uri="{FF2B5EF4-FFF2-40B4-BE49-F238E27FC236}">
                <a16:creationId xmlns:a16="http://schemas.microsoft.com/office/drawing/2014/main" id="{5CD7430E-0A28-9BF2-0224-EE6BB1EBA54E}"/>
              </a:ext>
            </a:extLst>
          </p:cNvPr>
          <p:cNvGrpSpPr>
            <a:grpSpLocks/>
          </p:cNvGrpSpPr>
          <p:nvPr/>
        </p:nvGrpSpPr>
        <p:grpSpPr bwMode="auto">
          <a:xfrm>
            <a:off x="1468438" y="4611688"/>
            <a:ext cx="4613275" cy="992187"/>
            <a:chOff x="925" y="2905"/>
            <a:chExt cx="2906" cy="625"/>
          </a:xfrm>
        </p:grpSpPr>
        <p:grpSp>
          <p:nvGrpSpPr>
            <p:cNvPr id="11331" name="Group 82">
              <a:extLst>
                <a:ext uri="{FF2B5EF4-FFF2-40B4-BE49-F238E27FC236}">
                  <a16:creationId xmlns:a16="http://schemas.microsoft.com/office/drawing/2014/main" id="{01E506A2-FADE-7D2D-B8FA-E2F99F88D5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5" y="2905"/>
              <a:ext cx="524" cy="610"/>
              <a:chOff x="1098" y="2349"/>
              <a:chExt cx="524" cy="610"/>
            </a:xfrm>
          </p:grpSpPr>
          <p:sp>
            <p:nvSpPr>
              <p:cNvPr id="11344" name="Line 83">
                <a:extLst>
                  <a:ext uri="{FF2B5EF4-FFF2-40B4-BE49-F238E27FC236}">
                    <a16:creationId xmlns:a16="http://schemas.microsoft.com/office/drawing/2014/main" id="{9B06AADF-EC40-C8B0-339B-236FA71B6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345" name="Line 84">
                <a:extLst>
                  <a:ext uri="{FF2B5EF4-FFF2-40B4-BE49-F238E27FC236}">
                    <a16:creationId xmlns:a16="http://schemas.microsoft.com/office/drawing/2014/main" id="{0A3E9634-06E0-84C8-A464-138C59DC6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346" name="Line 85">
                <a:extLst>
                  <a:ext uri="{FF2B5EF4-FFF2-40B4-BE49-F238E27FC236}">
                    <a16:creationId xmlns:a16="http://schemas.microsoft.com/office/drawing/2014/main" id="{4F571748-5610-10BC-76CC-4650A95205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11332" name="Group 86">
              <a:extLst>
                <a:ext uri="{FF2B5EF4-FFF2-40B4-BE49-F238E27FC236}">
                  <a16:creationId xmlns:a16="http://schemas.microsoft.com/office/drawing/2014/main" id="{BA141861-F804-55C1-921D-8DC3AE961F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2" y="2905"/>
              <a:ext cx="524" cy="610"/>
              <a:chOff x="1098" y="2349"/>
              <a:chExt cx="524" cy="610"/>
            </a:xfrm>
          </p:grpSpPr>
          <p:sp>
            <p:nvSpPr>
              <p:cNvPr id="11341" name="Line 87">
                <a:extLst>
                  <a:ext uri="{FF2B5EF4-FFF2-40B4-BE49-F238E27FC236}">
                    <a16:creationId xmlns:a16="http://schemas.microsoft.com/office/drawing/2014/main" id="{FCDDF4CF-C550-AF80-A0EA-7E922455B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342" name="Line 88">
                <a:extLst>
                  <a:ext uri="{FF2B5EF4-FFF2-40B4-BE49-F238E27FC236}">
                    <a16:creationId xmlns:a16="http://schemas.microsoft.com/office/drawing/2014/main" id="{2A8B35B5-80AD-0C83-4A2F-75426709DD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343" name="Line 89">
                <a:extLst>
                  <a:ext uri="{FF2B5EF4-FFF2-40B4-BE49-F238E27FC236}">
                    <a16:creationId xmlns:a16="http://schemas.microsoft.com/office/drawing/2014/main" id="{A01517DB-2772-CBC7-BE84-562D3C742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11333" name="Group 90">
              <a:extLst>
                <a:ext uri="{FF2B5EF4-FFF2-40B4-BE49-F238E27FC236}">
                  <a16:creationId xmlns:a16="http://schemas.microsoft.com/office/drawing/2014/main" id="{0FA4FC55-790C-55C9-CC02-3BE7B37994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2" y="2905"/>
              <a:ext cx="524" cy="610"/>
              <a:chOff x="1098" y="2349"/>
              <a:chExt cx="524" cy="610"/>
            </a:xfrm>
          </p:grpSpPr>
          <p:sp>
            <p:nvSpPr>
              <p:cNvPr id="11338" name="Line 91">
                <a:extLst>
                  <a:ext uri="{FF2B5EF4-FFF2-40B4-BE49-F238E27FC236}">
                    <a16:creationId xmlns:a16="http://schemas.microsoft.com/office/drawing/2014/main" id="{10841D5B-0FB4-618C-ECA3-CA3E6669D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339" name="Line 92">
                <a:extLst>
                  <a:ext uri="{FF2B5EF4-FFF2-40B4-BE49-F238E27FC236}">
                    <a16:creationId xmlns:a16="http://schemas.microsoft.com/office/drawing/2014/main" id="{7DEE7337-E806-4DBA-2223-BBC2E246EA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340" name="Line 93">
                <a:extLst>
                  <a:ext uri="{FF2B5EF4-FFF2-40B4-BE49-F238E27FC236}">
                    <a16:creationId xmlns:a16="http://schemas.microsoft.com/office/drawing/2014/main" id="{7BFD7843-E7F1-7D7E-5509-0E790FCDC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  <p:grpSp>
          <p:nvGrpSpPr>
            <p:cNvPr id="11334" name="Group 94">
              <a:extLst>
                <a:ext uri="{FF2B5EF4-FFF2-40B4-BE49-F238E27FC236}">
                  <a16:creationId xmlns:a16="http://schemas.microsoft.com/office/drawing/2014/main" id="{B1833EAA-2056-FE3B-2E4F-129B6BD78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7" y="2920"/>
              <a:ext cx="524" cy="610"/>
              <a:chOff x="1098" y="2349"/>
              <a:chExt cx="524" cy="610"/>
            </a:xfrm>
          </p:grpSpPr>
          <p:sp>
            <p:nvSpPr>
              <p:cNvPr id="11335" name="Line 95">
                <a:extLst>
                  <a:ext uri="{FF2B5EF4-FFF2-40B4-BE49-F238E27FC236}">
                    <a16:creationId xmlns:a16="http://schemas.microsoft.com/office/drawing/2014/main" id="{AC004DBC-8EF7-209D-BC1A-1EA5E3ADE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8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336" name="Line 96">
                <a:extLst>
                  <a:ext uri="{FF2B5EF4-FFF2-40B4-BE49-F238E27FC236}">
                    <a16:creationId xmlns:a16="http://schemas.microsoft.com/office/drawing/2014/main" id="{5699C6E6-A002-0AFC-5B6C-4E1A254825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2949"/>
                <a:ext cx="52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  <p:sp>
            <p:nvSpPr>
              <p:cNvPr id="11337" name="Line 97">
                <a:extLst>
                  <a:ext uri="{FF2B5EF4-FFF2-40B4-BE49-F238E27FC236}">
                    <a16:creationId xmlns:a16="http://schemas.microsoft.com/office/drawing/2014/main" id="{4AF38EC9-3A0F-FA45-6CC8-97C79D065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4" y="2349"/>
                <a:ext cx="0" cy="61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BD"/>
              </a:p>
            </p:txBody>
          </p:sp>
        </p:grpSp>
      </p:grpSp>
      <p:grpSp>
        <p:nvGrpSpPr>
          <p:cNvPr id="11276" name="Group 33">
            <a:extLst>
              <a:ext uri="{FF2B5EF4-FFF2-40B4-BE49-F238E27FC236}">
                <a16:creationId xmlns:a16="http://schemas.microsoft.com/office/drawing/2014/main" id="{92E5FFF1-4CEF-B8E6-E563-238203F1D52C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2720975"/>
            <a:ext cx="831850" cy="968375"/>
            <a:chOff x="1098" y="2349"/>
            <a:chExt cx="524" cy="610"/>
          </a:xfrm>
        </p:grpSpPr>
        <p:sp>
          <p:nvSpPr>
            <p:cNvPr id="11328" name="Line 34">
              <a:extLst>
                <a:ext uri="{FF2B5EF4-FFF2-40B4-BE49-F238E27FC236}">
                  <a16:creationId xmlns:a16="http://schemas.microsoft.com/office/drawing/2014/main" id="{38690D53-86A9-2BF9-F1AA-584042D723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29" name="Line 35">
              <a:extLst>
                <a:ext uri="{FF2B5EF4-FFF2-40B4-BE49-F238E27FC236}">
                  <a16:creationId xmlns:a16="http://schemas.microsoft.com/office/drawing/2014/main" id="{77417BF4-060E-F11B-2EBA-35D2DE232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30" name="Line 36">
              <a:extLst>
                <a:ext uri="{FF2B5EF4-FFF2-40B4-BE49-F238E27FC236}">
                  <a16:creationId xmlns:a16="http://schemas.microsoft.com/office/drawing/2014/main" id="{EDDE3862-D3D7-4FFF-403C-44193F087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11277" name="Group 37">
            <a:extLst>
              <a:ext uri="{FF2B5EF4-FFF2-40B4-BE49-F238E27FC236}">
                <a16:creationId xmlns:a16="http://schemas.microsoft.com/office/drawing/2014/main" id="{747038C1-7CD4-1902-14EC-87E98A3B7921}"/>
              </a:ext>
            </a:extLst>
          </p:cNvPr>
          <p:cNvGrpSpPr>
            <a:grpSpLocks/>
          </p:cNvGrpSpPr>
          <p:nvPr/>
        </p:nvGrpSpPr>
        <p:grpSpPr bwMode="auto">
          <a:xfrm>
            <a:off x="2673350" y="2720975"/>
            <a:ext cx="831850" cy="968375"/>
            <a:chOff x="1098" y="2349"/>
            <a:chExt cx="524" cy="610"/>
          </a:xfrm>
        </p:grpSpPr>
        <p:sp>
          <p:nvSpPr>
            <p:cNvPr id="11325" name="Line 38">
              <a:extLst>
                <a:ext uri="{FF2B5EF4-FFF2-40B4-BE49-F238E27FC236}">
                  <a16:creationId xmlns:a16="http://schemas.microsoft.com/office/drawing/2014/main" id="{BD0CF37C-82D6-4DDE-FEA9-B26E4F99C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26" name="Line 39">
              <a:extLst>
                <a:ext uri="{FF2B5EF4-FFF2-40B4-BE49-F238E27FC236}">
                  <a16:creationId xmlns:a16="http://schemas.microsoft.com/office/drawing/2014/main" id="{B32E22B0-E696-CBBA-C8E1-CB54A7ECC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27" name="Line 40">
              <a:extLst>
                <a:ext uri="{FF2B5EF4-FFF2-40B4-BE49-F238E27FC236}">
                  <a16:creationId xmlns:a16="http://schemas.microsoft.com/office/drawing/2014/main" id="{0F62A535-91BC-0B7E-E720-684026854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11278" name="Group 41">
            <a:extLst>
              <a:ext uri="{FF2B5EF4-FFF2-40B4-BE49-F238E27FC236}">
                <a16:creationId xmlns:a16="http://schemas.microsoft.com/office/drawing/2014/main" id="{C27E7A58-9BD2-5D4F-A377-0A960B4AB57F}"/>
              </a:ext>
            </a:extLst>
          </p:cNvPr>
          <p:cNvGrpSpPr>
            <a:grpSpLocks/>
          </p:cNvGrpSpPr>
          <p:nvPr/>
        </p:nvGrpSpPr>
        <p:grpSpPr bwMode="auto">
          <a:xfrm>
            <a:off x="3927475" y="2720975"/>
            <a:ext cx="831850" cy="968375"/>
            <a:chOff x="1098" y="2349"/>
            <a:chExt cx="524" cy="610"/>
          </a:xfrm>
        </p:grpSpPr>
        <p:sp>
          <p:nvSpPr>
            <p:cNvPr id="11322" name="Line 42">
              <a:extLst>
                <a:ext uri="{FF2B5EF4-FFF2-40B4-BE49-F238E27FC236}">
                  <a16:creationId xmlns:a16="http://schemas.microsoft.com/office/drawing/2014/main" id="{62DCF4DB-377E-C579-64FF-3EB4A124D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23" name="Line 43">
              <a:extLst>
                <a:ext uri="{FF2B5EF4-FFF2-40B4-BE49-F238E27FC236}">
                  <a16:creationId xmlns:a16="http://schemas.microsoft.com/office/drawing/2014/main" id="{6655C2F6-166D-F581-558E-EF69C0CC2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24" name="Line 44">
              <a:extLst>
                <a:ext uri="{FF2B5EF4-FFF2-40B4-BE49-F238E27FC236}">
                  <a16:creationId xmlns:a16="http://schemas.microsoft.com/office/drawing/2014/main" id="{D28ED627-9564-9383-BCF8-6E98B6801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11279" name="Group 45">
            <a:extLst>
              <a:ext uri="{FF2B5EF4-FFF2-40B4-BE49-F238E27FC236}">
                <a16:creationId xmlns:a16="http://schemas.microsoft.com/office/drawing/2014/main" id="{3B7F19E8-A31B-4B81-F3A3-64EC1E1B77C7}"/>
              </a:ext>
            </a:extLst>
          </p:cNvPr>
          <p:cNvGrpSpPr>
            <a:grpSpLocks/>
          </p:cNvGrpSpPr>
          <p:nvPr/>
        </p:nvGrpSpPr>
        <p:grpSpPr bwMode="auto">
          <a:xfrm>
            <a:off x="5248275" y="2720975"/>
            <a:ext cx="831850" cy="968375"/>
            <a:chOff x="1098" y="2349"/>
            <a:chExt cx="524" cy="610"/>
          </a:xfrm>
        </p:grpSpPr>
        <p:sp>
          <p:nvSpPr>
            <p:cNvPr id="11319" name="Line 46">
              <a:extLst>
                <a:ext uri="{FF2B5EF4-FFF2-40B4-BE49-F238E27FC236}">
                  <a16:creationId xmlns:a16="http://schemas.microsoft.com/office/drawing/2014/main" id="{8293E1DC-0F27-E897-3AD9-9E499D055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20" name="Line 47">
              <a:extLst>
                <a:ext uri="{FF2B5EF4-FFF2-40B4-BE49-F238E27FC236}">
                  <a16:creationId xmlns:a16="http://schemas.microsoft.com/office/drawing/2014/main" id="{410F880E-2902-4B8D-2026-F38A1ACF4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21" name="Line 48">
              <a:extLst>
                <a:ext uri="{FF2B5EF4-FFF2-40B4-BE49-F238E27FC236}">
                  <a16:creationId xmlns:a16="http://schemas.microsoft.com/office/drawing/2014/main" id="{C5785F0C-59B8-6AF0-2604-E5F25FB62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11280" name="Group 49">
            <a:extLst>
              <a:ext uri="{FF2B5EF4-FFF2-40B4-BE49-F238E27FC236}">
                <a16:creationId xmlns:a16="http://schemas.microsoft.com/office/drawing/2014/main" id="{3DA58B06-81BD-7FF5-7F4A-F3D6E2D781F1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720975"/>
            <a:ext cx="831850" cy="968375"/>
            <a:chOff x="1098" y="2349"/>
            <a:chExt cx="524" cy="610"/>
          </a:xfrm>
        </p:grpSpPr>
        <p:sp>
          <p:nvSpPr>
            <p:cNvPr id="11316" name="Line 50">
              <a:extLst>
                <a:ext uri="{FF2B5EF4-FFF2-40B4-BE49-F238E27FC236}">
                  <a16:creationId xmlns:a16="http://schemas.microsoft.com/office/drawing/2014/main" id="{727054C2-5BCE-D352-4A5D-10D9735D8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17" name="Line 51">
              <a:extLst>
                <a:ext uri="{FF2B5EF4-FFF2-40B4-BE49-F238E27FC236}">
                  <a16:creationId xmlns:a16="http://schemas.microsoft.com/office/drawing/2014/main" id="{E6E7BB8D-0B30-3E30-4A7D-4420279DD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18" name="Line 52">
              <a:extLst>
                <a:ext uri="{FF2B5EF4-FFF2-40B4-BE49-F238E27FC236}">
                  <a16:creationId xmlns:a16="http://schemas.microsoft.com/office/drawing/2014/main" id="{8B4DF2BA-1E47-462B-EF5F-BA4A55A3F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11281" name="Group 53">
            <a:extLst>
              <a:ext uri="{FF2B5EF4-FFF2-40B4-BE49-F238E27FC236}">
                <a16:creationId xmlns:a16="http://schemas.microsoft.com/office/drawing/2014/main" id="{321619E8-F7F7-3E6F-AA1C-76D9EB8DDA14}"/>
              </a:ext>
            </a:extLst>
          </p:cNvPr>
          <p:cNvGrpSpPr>
            <a:grpSpLocks/>
          </p:cNvGrpSpPr>
          <p:nvPr/>
        </p:nvGrpSpPr>
        <p:grpSpPr bwMode="auto">
          <a:xfrm>
            <a:off x="7870825" y="2720975"/>
            <a:ext cx="831850" cy="968375"/>
            <a:chOff x="1098" y="2349"/>
            <a:chExt cx="524" cy="610"/>
          </a:xfrm>
        </p:grpSpPr>
        <p:sp>
          <p:nvSpPr>
            <p:cNvPr id="11313" name="Line 54">
              <a:extLst>
                <a:ext uri="{FF2B5EF4-FFF2-40B4-BE49-F238E27FC236}">
                  <a16:creationId xmlns:a16="http://schemas.microsoft.com/office/drawing/2014/main" id="{657412DB-7C64-24CB-2B16-AC615DCDD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8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14" name="Line 55">
              <a:extLst>
                <a:ext uri="{FF2B5EF4-FFF2-40B4-BE49-F238E27FC236}">
                  <a16:creationId xmlns:a16="http://schemas.microsoft.com/office/drawing/2014/main" id="{A864A26F-ADCC-EA47-E702-EE72C2701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2949"/>
              <a:ext cx="52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  <p:sp>
          <p:nvSpPr>
            <p:cNvPr id="11315" name="Line 56">
              <a:extLst>
                <a:ext uri="{FF2B5EF4-FFF2-40B4-BE49-F238E27FC236}">
                  <a16:creationId xmlns:a16="http://schemas.microsoft.com/office/drawing/2014/main" id="{566C73EF-A056-D69B-B0DC-00666BCB1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4" y="2349"/>
              <a:ext cx="0" cy="61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17" name="Group 57">
            <a:extLst>
              <a:ext uri="{FF2B5EF4-FFF2-40B4-BE49-F238E27FC236}">
                <a16:creationId xmlns:a16="http://schemas.microsoft.com/office/drawing/2014/main" id="{A544FB5B-6825-4F7E-4063-726021D1D8C3}"/>
              </a:ext>
            </a:extLst>
          </p:cNvPr>
          <p:cNvGrpSpPr>
            <a:grpSpLocks/>
          </p:cNvGrpSpPr>
          <p:nvPr/>
        </p:nvGrpSpPr>
        <p:grpSpPr bwMode="auto">
          <a:xfrm>
            <a:off x="1393825" y="3190875"/>
            <a:ext cx="788988" cy="469900"/>
            <a:chOff x="936" y="3201"/>
            <a:chExt cx="497" cy="296"/>
          </a:xfrm>
          <a:solidFill>
            <a:schemeClr val="accent1">
              <a:lumMod val="75000"/>
            </a:schemeClr>
          </a:solidFill>
        </p:grpSpPr>
        <p:sp>
          <p:nvSpPr>
            <p:cNvPr id="85050" name="Rectangle 58">
              <a:extLst>
                <a:ext uri="{FF2B5EF4-FFF2-40B4-BE49-F238E27FC236}">
                  <a16:creationId xmlns:a16="http://schemas.microsoft.com/office/drawing/2014/main" id="{0141AA13-658F-F4B0-5717-2D2E78D7D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3201"/>
              <a:ext cx="497" cy="296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5051" name="Text Box 59">
              <a:extLst>
                <a:ext uri="{FF2B5EF4-FFF2-40B4-BE49-F238E27FC236}">
                  <a16:creationId xmlns:a16="http://schemas.microsoft.com/office/drawing/2014/main" id="{826A6AA2-3FAE-CB3F-9BFD-6590B1D7D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" y="3283"/>
              <a:ext cx="189" cy="1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zh-TW" sz="1100" b="1" dirty="0">
                  <a:solidFill>
                    <a:srgbClr val="000000"/>
                  </a:solidFill>
                  <a:latin typeface="Arial" charset="0"/>
                </a:rPr>
                <a:t>.5</a:t>
              </a:r>
            </a:p>
          </p:txBody>
        </p:sp>
      </p:grpSp>
      <p:grpSp>
        <p:nvGrpSpPr>
          <p:cNvPr id="18" name="Group 60">
            <a:extLst>
              <a:ext uri="{FF2B5EF4-FFF2-40B4-BE49-F238E27FC236}">
                <a16:creationId xmlns:a16="http://schemas.microsoft.com/office/drawing/2014/main" id="{725B83E9-8A14-78AC-2B56-678D0A52A427}"/>
              </a:ext>
            </a:extLst>
          </p:cNvPr>
          <p:cNvGrpSpPr>
            <a:grpSpLocks/>
          </p:cNvGrpSpPr>
          <p:nvPr/>
        </p:nvGrpSpPr>
        <p:grpSpPr bwMode="auto">
          <a:xfrm>
            <a:off x="2698750" y="3009900"/>
            <a:ext cx="788988" cy="649288"/>
            <a:chOff x="1753" y="3087"/>
            <a:chExt cx="497" cy="409"/>
          </a:xfrm>
          <a:solidFill>
            <a:srgbClr val="FF0000"/>
          </a:solidFill>
        </p:grpSpPr>
        <p:sp>
          <p:nvSpPr>
            <p:cNvPr id="85053" name="Rectangle 61">
              <a:extLst>
                <a:ext uri="{FF2B5EF4-FFF2-40B4-BE49-F238E27FC236}">
                  <a16:creationId xmlns:a16="http://schemas.microsoft.com/office/drawing/2014/main" id="{1F0A1CB8-F451-29A2-3405-C3AAE625E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3087"/>
              <a:ext cx="497" cy="409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5054" name="Text Box 62">
              <a:extLst>
                <a:ext uri="{FF2B5EF4-FFF2-40B4-BE49-F238E27FC236}">
                  <a16:creationId xmlns:a16="http://schemas.microsoft.com/office/drawing/2014/main" id="{4EBEFC7F-C492-79B2-1359-1F62BB3BC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" y="3228"/>
              <a:ext cx="189" cy="1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zh-TW" sz="1100" b="1">
                  <a:solidFill>
                    <a:srgbClr val="000000"/>
                  </a:solidFill>
                  <a:latin typeface="Arial" charset="0"/>
                </a:rPr>
                <a:t>.7</a:t>
              </a:r>
            </a:p>
          </p:txBody>
        </p:sp>
      </p:grpSp>
      <p:grpSp>
        <p:nvGrpSpPr>
          <p:cNvPr id="19" name="Group 63">
            <a:extLst>
              <a:ext uri="{FF2B5EF4-FFF2-40B4-BE49-F238E27FC236}">
                <a16:creationId xmlns:a16="http://schemas.microsoft.com/office/drawing/2014/main" id="{297BCEB5-03F7-9BF0-BA05-8E388F826F83}"/>
              </a:ext>
            </a:extLst>
          </p:cNvPr>
          <p:cNvGrpSpPr>
            <a:grpSpLocks/>
          </p:cNvGrpSpPr>
          <p:nvPr/>
        </p:nvGrpSpPr>
        <p:grpSpPr bwMode="auto">
          <a:xfrm>
            <a:off x="3948113" y="3190875"/>
            <a:ext cx="788987" cy="469900"/>
            <a:chOff x="2545" y="3201"/>
            <a:chExt cx="497" cy="296"/>
          </a:xfrm>
          <a:solidFill>
            <a:schemeClr val="accent1">
              <a:lumMod val="75000"/>
            </a:schemeClr>
          </a:solidFill>
        </p:grpSpPr>
        <p:sp>
          <p:nvSpPr>
            <p:cNvPr id="85056" name="Rectangle 64">
              <a:extLst>
                <a:ext uri="{FF2B5EF4-FFF2-40B4-BE49-F238E27FC236}">
                  <a16:creationId xmlns:a16="http://schemas.microsoft.com/office/drawing/2014/main" id="{AEA95141-90B1-BCB9-D8D7-D65D81342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201"/>
              <a:ext cx="497" cy="296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5057" name="Text Box 65">
              <a:extLst>
                <a:ext uri="{FF2B5EF4-FFF2-40B4-BE49-F238E27FC236}">
                  <a16:creationId xmlns:a16="http://schemas.microsoft.com/office/drawing/2014/main" id="{5D266C22-1BFC-8A8D-FCF2-4427E5A6D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3278"/>
              <a:ext cx="189" cy="1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zh-TW" sz="1100" b="1">
                  <a:solidFill>
                    <a:srgbClr val="000000"/>
                  </a:solidFill>
                  <a:latin typeface="Arial" charset="0"/>
                </a:rPr>
                <a:t>.5</a:t>
              </a:r>
            </a:p>
          </p:txBody>
        </p:sp>
      </p:grpSp>
      <p:grpSp>
        <p:nvGrpSpPr>
          <p:cNvPr id="11285" name="Group 66">
            <a:extLst>
              <a:ext uri="{FF2B5EF4-FFF2-40B4-BE49-F238E27FC236}">
                <a16:creationId xmlns:a16="http://schemas.microsoft.com/office/drawing/2014/main" id="{5DA54D7B-B091-761D-D709-FC1DE98E12CC}"/>
              </a:ext>
            </a:extLst>
          </p:cNvPr>
          <p:cNvGrpSpPr>
            <a:grpSpLocks/>
          </p:cNvGrpSpPr>
          <p:nvPr/>
        </p:nvGrpSpPr>
        <p:grpSpPr bwMode="auto">
          <a:xfrm>
            <a:off x="3948113" y="2990850"/>
            <a:ext cx="788987" cy="227013"/>
            <a:chOff x="2545" y="3075"/>
            <a:chExt cx="497" cy="143"/>
          </a:xfrm>
        </p:grpSpPr>
        <p:sp>
          <p:nvSpPr>
            <p:cNvPr id="11311" name="Rectangle 67">
              <a:extLst>
                <a:ext uri="{FF2B5EF4-FFF2-40B4-BE49-F238E27FC236}">
                  <a16:creationId xmlns:a16="http://schemas.microsoft.com/office/drawing/2014/main" id="{0EB6A044-5C3C-2A90-8EB7-F6D61FE2F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5" y="3084"/>
              <a:ext cx="497" cy="120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1312" name="Text Box 68">
              <a:extLst>
                <a:ext uri="{FF2B5EF4-FFF2-40B4-BE49-F238E27FC236}">
                  <a16:creationId xmlns:a16="http://schemas.microsoft.com/office/drawing/2014/main" id="{E1B75CB0-8655-0D23-0592-63771886D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6" y="3075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11286" name="Group 111">
            <a:extLst>
              <a:ext uri="{FF2B5EF4-FFF2-40B4-BE49-F238E27FC236}">
                <a16:creationId xmlns:a16="http://schemas.microsoft.com/office/drawing/2014/main" id="{883D37FB-1736-42EE-7A7E-16DD2BFB7433}"/>
              </a:ext>
            </a:extLst>
          </p:cNvPr>
          <p:cNvGrpSpPr>
            <a:grpSpLocks/>
          </p:cNvGrpSpPr>
          <p:nvPr/>
        </p:nvGrpSpPr>
        <p:grpSpPr bwMode="auto">
          <a:xfrm>
            <a:off x="5268913" y="3295650"/>
            <a:ext cx="788987" cy="363538"/>
            <a:chOff x="3319" y="2076"/>
            <a:chExt cx="497" cy="229"/>
          </a:xfrm>
        </p:grpSpPr>
        <p:sp>
          <p:nvSpPr>
            <p:cNvPr id="11309" name="Rectangle 70">
              <a:extLst>
                <a:ext uri="{FF2B5EF4-FFF2-40B4-BE49-F238E27FC236}">
                  <a16:creationId xmlns:a16="http://schemas.microsoft.com/office/drawing/2014/main" id="{01D7A658-F725-D0F9-5019-E53FA3405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2076"/>
              <a:ext cx="497" cy="229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1310" name="Text Box 71">
              <a:extLst>
                <a:ext uri="{FF2B5EF4-FFF2-40B4-BE49-F238E27FC236}">
                  <a16:creationId xmlns:a16="http://schemas.microsoft.com/office/drawing/2014/main" id="{42F17150-C985-57B3-2312-9FF1A25264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6" y="2111"/>
              <a:ext cx="189" cy="143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.4</a:t>
              </a:r>
            </a:p>
          </p:txBody>
        </p:sp>
      </p:grpSp>
      <p:grpSp>
        <p:nvGrpSpPr>
          <p:cNvPr id="11287" name="Group 72">
            <a:extLst>
              <a:ext uri="{FF2B5EF4-FFF2-40B4-BE49-F238E27FC236}">
                <a16:creationId xmlns:a16="http://schemas.microsoft.com/office/drawing/2014/main" id="{D4D10274-2981-005C-5DAB-038656C1DC27}"/>
              </a:ext>
            </a:extLst>
          </p:cNvPr>
          <p:cNvGrpSpPr>
            <a:grpSpLocks/>
          </p:cNvGrpSpPr>
          <p:nvPr/>
        </p:nvGrpSpPr>
        <p:grpSpPr bwMode="auto">
          <a:xfrm>
            <a:off x="5268913" y="3098800"/>
            <a:ext cx="788987" cy="227013"/>
            <a:chOff x="3372" y="3143"/>
            <a:chExt cx="497" cy="143"/>
          </a:xfrm>
        </p:grpSpPr>
        <p:sp>
          <p:nvSpPr>
            <p:cNvPr id="11307" name="Rectangle 73">
              <a:extLst>
                <a:ext uri="{FF2B5EF4-FFF2-40B4-BE49-F238E27FC236}">
                  <a16:creationId xmlns:a16="http://schemas.microsoft.com/office/drawing/2014/main" id="{CBC02BCE-AA11-D758-8485-CCE97BCEB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3147"/>
              <a:ext cx="497" cy="12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1308" name="Text Box 74">
              <a:extLst>
                <a:ext uri="{FF2B5EF4-FFF2-40B4-BE49-F238E27FC236}">
                  <a16:creationId xmlns:a16="http://schemas.microsoft.com/office/drawing/2014/main" id="{B362E01C-08D3-527F-0D57-AF886B9D6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3" y="3143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11288" name="Group 75">
            <a:extLst>
              <a:ext uri="{FF2B5EF4-FFF2-40B4-BE49-F238E27FC236}">
                <a16:creationId xmlns:a16="http://schemas.microsoft.com/office/drawing/2014/main" id="{3528EAFB-0200-C8E2-1023-5F0FD2485769}"/>
              </a:ext>
            </a:extLst>
          </p:cNvPr>
          <p:cNvGrpSpPr>
            <a:grpSpLocks/>
          </p:cNvGrpSpPr>
          <p:nvPr/>
        </p:nvGrpSpPr>
        <p:grpSpPr bwMode="auto">
          <a:xfrm>
            <a:off x="6578600" y="3051175"/>
            <a:ext cx="788988" cy="209550"/>
            <a:chOff x="4202" y="3113"/>
            <a:chExt cx="497" cy="132"/>
          </a:xfrm>
        </p:grpSpPr>
        <p:sp>
          <p:nvSpPr>
            <p:cNvPr id="11305" name="Rectangle 76">
              <a:extLst>
                <a:ext uri="{FF2B5EF4-FFF2-40B4-BE49-F238E27FC236}">
                  <a16:creationId xmlns:a16="http://schemas.microsoft.com/office/drawing/2014/main" id="{CCF94A04-34C0-0C75-8D04-1CC396F2D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144"/>
              <a:ext cx="497" cy="6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1306" name="Text Box 77">
              <a:extLst>
                <a:ext uri="{FF2B5EF4-FFF2-40B4-BE49-F238E27FC236}">
                  <a16:creationId xmlns:a16="http://schemas.microsoft.com/office/drawing/2014/main" id="{B0B8BED4-8E7F-6AF6-643D-33E064C6E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113"/>
              <a:ext cx="189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7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.1</a:t>
              </a:r>
            </a:p>
          </p:txBody>
        </p:sp>
      </p:grpSp>
      <p:grpSp>
        <p:nvGrpSpPr>
          <p:cNvPr id="24" name="Group 78">
            <a:extLst>
              <a:ext uri="{FF2B5EF4-FFF2-40B4-BE49-F238E27FC236}">
                <a16:creationId xmlns:a16="http://schemas.microsoft.com/office/drawing/2014/main" id="{6DA39A1E-640C-885B-6405-EB0D4081CF07}"/>
              </a:ext>
            </a:extLst>
          </p:cNvPr>
          <p:cNvGrpSpPr>
            <a:grpSpLocks/>
          </p:cNvGrpSpPr>
          <p:nvPr/>
        </p:nvGrpSpPr>
        <p:grpSpPr bwMode="auto">
          <a:xfrm>
            <a:off x="6578600" y="3197225"/>
            <a:ext cx="788988" cy="469900"/>
            <a:chOff x="4202" y="3205"/>
            <a:chExt cx="497" cy="296"/>
          </a:xfrm>
          <a:solidFill>
            <a:srgbClr val="0070C0"/>
          </a:solidFill>
        </p:grpSpPr>
        <p:sp>
          <p:nvSpPr>
            <p:cNvPr id="85071" name="Rectangle 79">
              <a:extLst>
                <a:ext uri="{FF2B5EF4-FFF2-40B4-BE49-F238E27FC236}">
                  <a16:creationId xmlns:a16="http://schemas.microsoft.com/office/drawing/2014/main" id="{A8429765-10BB-048B-993E-C26128D08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205"/>
              <a:ext cx="497" cy="29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5072" name="Text Box 80">
              <a:extLst>
                <a:ext uri="{FF2B5EF4-FFF2-40B4-BE49-F238E27FC236}">
                  <a16:creationId xmlns:a16="http://schemas.microsoft.com/office/drawing/2014/main" id="{33CCDB56-3625-EF77-5FD0-0B1795652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276"/>
              <a:ext cx="189" cy="1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zh-TW" sz="1100" b="1">
                  <a:solidFill>
                    <a:srgbClr val="000000"/>
                  </a:solidFill>
                  <a:latin typeface="Arial" charset="0"/>
                </a:rPr>
                <a:t>.5</a:t>
              </a:r>
            </a:p>
          </p:txBody>
        </p:sp>
      </p:grpSp>
      <p:grpSp>
        <p:nvGrpSpPr>
          <p:cNvPr id="11290" name="Group 102">
            <a:extLst>
              <a:ext uri="{FF2B5EF4-FFF2-40B4-BE49-F238E27FC236}">
                <a16:creationId xmlns:a16="http://schemas.microsoft.com/office/drawing/2014/main" id="{C127C2A2-A7CD-2923-4EAB-39E1C1B71347}"/>
              </a:ext>
            </a:extLst>
          </p:cNvPr>
          <p:cNvGrpSpPr>
            <a:grpSpLocks/>
          </p:cNvGrpSpPr>
          <p:nvPr/>
        </p:nvGrpSpPr>
        <p:grpSpPr bwMode="auto">
          <a:xfrm>
            <a:off x="7888288" y="3113088"/>
            <a:ext cx="788987" cy="554037"/>
            <a:chOff x="3409" y="3330"/>
            <a:chExt cx="497" cy="349"/>
          </a:xfrm>
        </p:grpSpPr>
        <p:sp>
          <p:nvSpPr>
            <p:cNvPr id="11303" name="Rectangle 103">
              <a:extLst>
                <a:ext uri="{FF2B5EF4-FFF2-40B4-BE49-F238E27FC236}">
                  <a16:creationId xmlns:a16="http://schemas.microsoft.com/office/drawing/2014/main" id="{DD62AE50-2EE2-91A1-040E-986F1C483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9" y="3330"/>
              <a:ext cx="497" cy="3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1304" name="Text Box 104">
              <a:extLst>
                <a:ext uri="{FF2B5EF4-FFF2-40B4-BE49-F238E27FC236}">
                  <a16:creationId xmlns:a16="http://schemas.microsoft.com/office/drawing/2014/main" id="{F8914B75-7BF1-01B6-D00B-CD42E6709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0" y="3424"/>
              <a:ext cx="18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.6</a:t>
              </a:r>
            </a:p>
          </p:txBody>
        </p:sp>
      </p:grpSp>
      <p:sp>
        <p:nvSpPr>
          <p:cNvPr id="11291" name="Text Box 59">
            <a:extLst>
              <a:ext uri="{FF2B5EF4-FFF2-40B4-BE49-F238E27FC236}">
                <a16:creationId xmlns:a16="http://schemas.microsoft.com/office/drawing/2014/main" id="{191ADAB2-F4F7-F696-F9EC-596BDA9CC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1900" y="4902200"/>
            <a:ext cx="300038" cy="22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PMingLiU" panose="02020500000000000000" pitchFamily="18" charset="-12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altLang="zh-TW" sz="1100" b="1">
                <a:solidFill>
                  <a:srgbClr val="000000"/>
                </a:solidFill>
                <a:latin typeface="Arial" panose="020B0604020202020204" pitchFamily="34" charset="0"/>
              </a:rPr>
              <a:t>.5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A67D1C-70A5-DA87-7E61-9C3637173166}"/>
              </a:ext>
            </a:extLst>
          </p:cNvPr>
          <p:cNvGrpSpPr>
            <a:grpSpLocks/>
          </p:cNvGrpSpPr>
          <p:nvPr/>
        </p:nvGrpSpPr>
        <p:grpSpPr bwMode="auto">
          <a:xfrm>
            <a:off x="4025900" y="4711700"/>
            <a:ext cx="788988" cy="469900"/>
            <a:chOff x="4202" y="3205"/>
            <a:chExt cx="497" cy="296"/>
          </a:xfrm>
          <a:solidFill>
            <a:schemeClr val="accent1">
              <a:lumMod val="75000"/>
            </a:schemeClr>
          </a:solidFill>
        </p:grpSpPr>
        <p:sp>
          <p:nvSpPr>
            <p:cNvPr id="129" name="Rectangle 26">
              <a:extLst>
                <a:ext uri="{FF2B5EF4-FFF2-40B4-BE49-F238E27FC236}">
                  <a16:creationId xmlns:a16="http://schemas.microsoft.com/office/drawing/2014/main" id="{47B67C36-6B47-68B3-563C-F0522850A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205"/>
              <a:ext cx="497" cy="296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0" name="Text Box 27">
              <a:extLst>
                <a:ext uri="{FF2B5EF4-FFF2-40B4-BE49-F238E27FC236}">
                  <a16:creationId xmlns:a16="http://schemas.microsoft.com/office/drawing/2014/main" id="{F4C4F733-AE72-FCDE-E23C-4859CA64D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276"/>
              <a:ext cx="189" cy="1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zh-TW" sz="1100" b="1">
                  <a:solidFill>
                    <a:srgbClr val="000000"/>
                  </a:solidFill>
                  <a:latin typeface="Arial" charset="0"/>
                </a:rPr>
                <a:t>.5</a:t>
              </a:r>
            </a:p>
          </p:txBody>
        </p:sp>
      </p:grpSp>
      <p:grpSp>
        <p:nvGrpSpPr>
          <p:cNvPr id="27" name="Group 112">
            <a:extLst>
              <a:ext uri="{FF2B5EF4-FFF2-40B4-BE49-F238E27FC236}">
                <a16:creationId xmlns:a16="http://schemas.microsoft.com/office/drawing/2014/main" id="{E544139C-E632-A10D-38CC-CF82FBE3FBAE}"/>
              </a:ext>
            </a:extLst>
          </p:cNvPr>
          <p:cNvGrpSpPr>
            <a:grpSpLocks/>
          </p:cNvGrpSpPr>
          <p:nvPr/>
        </p:nvGrpSpPr>
        <p:grpSpPr bwMode="auto">
          <a:xfrm>
            <a:off x="2790825" y="4584700"/>
            <a:ext cx="788988" cy="363538"/>
            <a:chOff x="2542" y="3267"/>
            <a:chExt cx="497" cy="229"/>
          </a:xfrm>
        </p:grpSpPr>
        <p:sp>
          <p:nvSpPr>
            <p:cNvPr id="11301" name="Rectangle 17">
              <a:extLst>
                <a:ext uri="{FF2B5EF4-FFF2-40B4-BE49-F238E27FC236}">
                  <a16:creationId xmlns:a16="http://schemas.microsoft.com/office/drawing/2014/main" id="{8A6CB22D-C3A6-C39B-1FA3-14D759E60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" y="3267"/>
              <a:ext cx="497" cy="229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1302" name="Text Box 18">
              <a:extLst>
                <a:ext uri="{FF2B5EF4-FFF2-40B4-BE49-F238E27FC236}">
                  <a16:creationId xmlns:a16="http://schemas.microsoft.com/office/drawing/2014/main" id="{D42EE864-5767-490D-81BA-DB884AA9F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9" y="3302"/>
              <a:ext cx="190" cy="143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.4</a:t>
              </a:r>
            </a:p>
          </p:txBody>
        </p:sp>
      </p:grpSp>
      <p:grpSp>
        <p:nvGrpSpPr>
          <p:cNvPr id="28" name="Group 25">
            <a:extLst>
              <a:ext uri="{FF2B5EF4-FFF2-40B4-BE49-F238E27FC236}">
                <a16:creationId xmlns:a16="http://schemas.microsoft.com/office/drawing/2014/main" id="{C2789485-23E6-C24B-2EE4-8A6F11906818}"/>
              </a:ext>
            </a:extLst>
          </p:cNvPr>
          <p:cNvGrpSpPr>
            <a:grpSpLocks/>
          </p:cNvGrpSpPr>
          <p:nvPr/>
        </p:nvGrpSpPr>
        <p:grpSpPr bwMode="auto">
          <a:xfrm>
            <a:off x="5278211" y="4635500"/>
            <a:ext cx="788988" cy="469900"/>
            <a:chOff x="4202" y="3205"/>
            <a:chExt cx="497" cy="296"/>
          </a:xfrm>
          <a:solidFill>
            <a:srgbClr val="15DB0B"/>
          </a:solidFill>
        </p:grpSpPr>
        <p:sp>
          <p:nvSpPr>
            <p:cNvPr id="137" name="Rectangle 26">
              <a:extLst>
                <a:ext uri="{FF2B5EF4-FFF2-40B4-BE49-F238E27FC236}">
                  <a16:creationId xmlns:a16="http://schemas.microsoft.com/office/drawing/2014/main" id="{8FF1E89F-C03F-AC43-0C66-735C87EE2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205"/>
              <a:ext cx="497" cy="296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8" name="Text Box 27">
              <a:extLst>
                <a:ext uri="{FF2B5EF4-FFF2-40B4-BE49-F238E27FC236}">
                  <a16:creationId xmlns:a16="http://schemas.microsoft.com/office/drawing/2014/main" id="{E4600257-3C9F-3D4B-CB3C-F890C3341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276"/>
              <a:ext cx="190" cy="14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80000"/>
                </a:lnSpc>
                <a:defRPr/>
              </a:pPr>
              <a:r>
                <a:rPr lang="en-US" altLang="zh-TW" sz="1100" b="1" dirty="0">
                  <a:solidFill>
                    <a:srgbClr val="000000"/>
                  </a:solidFill>
                  <a:latin typeface="Arial" charset="0"/>
                </a:rPr>
                <a:t>.2</a:t>
              </a:r>
            </a:p>
          </p:txBody>
        </p:sp>
      </p:grpSp>
      <p:grpSp>
        <p:nvGrpSpPr>
          <p:cNvPr id="29" name="Group 25">
            <a:extLst>
              <a:ext uri="{FF2B5EF4-FFF2-40B4-BE49-F238E27FC236}">
                <a16:creationId xmlns:a16="http://schemas.microsoft.com/office/drawing/2014/main" id="{96533E03-2F31-0E6D-46A3-098016559FB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4800600"/>
            <a:ext cx="788987" cy="339725"/>
            <a:chOff x="4202" y="3282"/>
            <a:chExt cx="497" cy="296"/>
          </a:xfrm>
        </p:grpSpPr>
        <p:sp>
          <p:nvSpPr>
            <p:cNvPr id="11299" name="Rectangle 26">
              <a:extLst>
                <a:ext uri="{FF2B5EF4-FFF2-40B4-BE49-F238E27FC236}">
                  <a16:creationId xmlns:a16="http://schemas.microsoft.com/office/drawing/2014/main" id="{C270100D-2070-0D11-FA16-1C5B38876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282"/>
              <a:ext cx="497" cy="296"/>
            </a:xfrm>
            <a:prstGeom prst="rect">
              <a:avLst/>
            </a:prstGeom>
            <a:solidFill>
              <a:srgbClr val="15D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1300" name="Text Box 27">
              <a:extLst>
                <a:ext uri="{FF2B5EF4-FFF2-40B4-BE49-F238E27FC236}">
                  <a16:creationId xmlns:a16="http://schemas.microsoft.com/office/drawing/2014/main" id="{0B5D88FA-3DAE-4966-EAB2-06C48620C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339"/>
              <a:ext cx="19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.2</a:t>
              </a:r>
            </a:p>
          </p:txBody>
        </p:sp>
      </p:grpSp>
      <p:grpSp>
        <p:nvGrpSpPr>
          <p:cNvPr id="30" name="Group 25">
            <a:extLst>
              <a:ext uri="{FF2B5EF4-FFF2-40B4-BE49-F238E27FC236}">
                <a16:creationId xmlns:a16="http://schemas.microsoft.com/office/drawing/2014/main" id="{121B8EEE-5161-DC88-461F-67F26E5905F8}"/>
              </a:ext>
            </a:extLst>
          </p:cNvPr>
          <p:cNvGrpSpPr>
            <a:grpSpLocks/>
          </p:cNvGrpSpPr>
          <p:nvPr/>
        </p:nvGrpSpPr>
        <p:grpSpPr bwMode="auto">
          <a:xfrm>
            <a:off x="1498600" y="4589463"/>
            <a:ext cx="788988" cy="279400"/>
            <a:chOff x="4202" y="3205"/>
            <a:chExt cx="497" cy="391"/>
          </a:xfrm>
        </p:grpSpPr>
        <p:sp>
          <p:nvSpPr>
            <p:cNvPr id="11297" name="Rectangle 26">
              <a:extLst>
                <a:ext uri="{FF2B5EF4-FFF2-40B4-BE49-F238E27FC236}">
                  <a16:creationId xmlns:a16="http://schemas.microsoft.com/office/drawing/2014/main" id="{2A0A255E-67A8-9650-6602-9E7631F3D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3205"/>
              <a:ext cx="497" cy="296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eaLnBrk="1" hangingPunct="1"/>
              <a:endParaRPr lang="en-US" altLang="en-BD"/>
            </a:p>
          </p:txBody>
        </p:sp>
        <p:sp>
          <p:nvSpPr>
            <p:cNvPr id="11298" name="Text Box 27">
              <a:extLst>
                <a:ext uri="{FF2B5EF4-FFF2-40B4-BE49-F238E27FC236}">
                  <a16:creationId xmlns:a16="http://schemas.microsoft.com/office/drawing/2014/main" id="{7F983088-911C-C86B-AAB7-961B7E3A3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3276"/>
              <a:ext cx="190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100" b="1">
                  <a:solidFill>
                    <a:srgbClr val="000000"/>
                  </a:solidFill>
                  <a:latin typeface="Arial" panose="020B0604020202020204" pitchFamily="34" charset="0"/>
                </a:rPr>
                <a:t>.1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5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5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20" grpId="0" autoUpdateAnimBg="0"/>
    </p:bldLst>
  </p:timing>
</p:sld>
</file>

<file path=ppt/theme/theme1.xml><?xml version="1.0" encoding="utf-8"?>
<a:theme xmlns:a="http://schemas.openxmlformats.org/drawingml/2006/main" name="adv003">
  <a:themeElements>
    <a:clrScheme name="adv003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dv003">
      <a:majorFont>
        <a:latin typeface="Times New Roman"/>
        <a:ea typeface="PMingLiU"/>
        <a:cs typeface=""/>
      </a:majorFont>
      <a:minorFont>
        <a:latin typeface="Times New Roman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PMingLiU" pitchFamily="18" charset="-120"/>
          </a:defRPr>
        </a:defPPr>
      </a:lstStyle>
    </a:lnDef>
  </a:objectDefaults>
  <a:extraClrSchemeLst>
    <a:extraClrScheme>
      <a:clrScheme name="adv003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v003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dv003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dv003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dv00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dv00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dv00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2257</TotalTime>
  <Words>536</Words>
  <Application>Microsoft Macintosh PowerPoint</Application>
  <PresentationFormat>On-screen Show (4:3)</PresentationFormat>
  <Paragraphs>147</Paragraphs>
  <Slides>10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PMingLiU</vt:lpstr>
      <vt:lpstr>Arial</vt:lpstr>
      <vt:lpstr>adv003</vt:lpstr>
      <vt:lpstr>Microsoft 方程式編輯器 3.0</vt:lpstr>
      <vt:lpstr>Microsoft Equation 3.0</vt:lpstr>
      <vt:lpstr>Bin Packing (1-D)</vt:lpstr>
      <vt:lpstr>Bin Packing (1-D)</vt:lpstr>
      <vt:lpstr>Bin Packing</vt:lpstr>
      <vt:lpstr>Bin Packing- example #2</vt:lpstr>
      <vt:lpstr>Bin Packing- example #2</vt:lpstr>
      <vt:lpstr>Bin Packing- example #2</vt:lpstr>
      <vt:lpstr>Next Fit Packing Algorithm</vt:lpstr>
      <vt:lpstr>First Fit Packing Algorithm</vt:lpstr>
      <vt:lpstr>First Fit Packing Algorithm</vt:lpstr>
      <vt:lpstr>First Fit-decreasing Packing Algorithm</vt:lpstr>
    </vt:vector>
  </TitlesOfParts>
  <Company>NTHU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Optimality and Efficiency－ A Dual Objective Function for  Optimization Algorithms</dc:title>
  <dc:creator>slcheng</dc:creator>
  <cp:lastModifiedBy>Shafiullah Shafin</cp:lastModifiedBy>
  <cp:revision>791</cp:revision>
  <dcterms:created xsi:type="dcterms:W3CDTF">2000-12-01T06:50:18Z</dcterms:created>
  <dcterms:modified xsi:type="dcterms:W3CDTF">2025-12-08T18:50:53Z</dcterms:modified>
</cp:coreProperties>
</file>