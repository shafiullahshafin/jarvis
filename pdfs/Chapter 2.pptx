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ink/ink1.xml" ContentType="application/inkml+xml"/>
  <Override PartName="/ppt/ink/ink2.xml" ContentType="application/inkml+xml"/>
  <Override PartName="/ppt/ink/ink3.xml" ContentType="application/inkml+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77" r:id="rId1"/>
  </p:sldMasterIdLst>
  <p:sldIdLst>
    <p:sldId id="256" r:id="rId2"/>
    <p:sldId id="257" r:id="rId3"/>
    <p:sldId id="258" r:id="rId4"/>
    <p:sldId id="259" r:id="rId5"/>
    <p:sldId id="260" r:id="rId6"/>
    <p:sldId id="261" r:id="rId7"/>
    <p:sldId id="263" r:id="rId8"/>
    <p:sldId id="264" r:id="rId9"/>
    <p:sldId id="262" r:id="rId10"/>
    <p:sldId id="265" r:id="rId11"/>
    <p:sldId id="266" r:id="rId12"/>
    <p:sldId id="267" r:id="rId13"/>
    <p:sldId id="268" r:id="rId14"/>
    <p:sldId id="269" r:id="rId15"/>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10"/>
    <p:restoredTop sz="94607"/>
  </p:normalViewPr>
  <p:slideViewPr>
    <p:cSldViewPr snapToGrid="0">
      <p:cViewPr varScale="1">
        <p:scale>
          <a:sx n="106" d="100"/>
          <a:sy n="106" d="100"/>
        </p:scale>
        <p:origin x="792" y="17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ink/ink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03-13T08:19:08.103"/>
    </inkml:context>
    <inkml:brush xml:id="br0">
      <inkml:brushProperty name="width" value="0.35" units="cm"/>
      <inkml:brushProperty name="height" value="0.35" units="cm"/>
      <inkml:brushProperty name="color" value="#FFFFFF"/>
    </inkml:brush>
  </inkml:definitions>
  <inkml:trace contextRef="#ctx0" brushRef="#br0">0 0 24575,'0'0'0</inkml:trace>
</inkml:ink>
</file>

<file path=ppt/ink/ink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03-13T08:19:47.556"/>
    </inkml:context>
    <inkml:brush xml:id="br0">
      <inkml:brushProperty name="width" value="0.35" units="cm"/>
      <inkml:brushProperty name="height" value="0.35" units="cm"/>
      <inkml:brushProperty name="color" value="#FFFFFF"/>
    </inkml:brush>
  </inkml:definitions>
  <inkml:trace contextRef="#ctx0" brushRef="#br0">132 189 24575,'0'-24'0,"0"3"0,0 16 0,0 0 0,0-8 0,0 7 0,0-7 0,0 5 0,0 1 0,0-4 0,0 2 0,0 0 0,-4 0 0,3 0 0,-2-3 0,-1 4 0,-1-2 0,0 4 0,24 3 0,2 5 0,23 9 0,-12 5 0,-2 2 0,-4 0 0,-5 0 0,-2-4 0,-1-3 0,-1-4 0,-1-5 0,-4 0 0,-3-2 0,-1 0 0,2 4 0,-1-3 0,2 2 0,-3-3 0,2 0 0,1 0 0,2 0 0,1 0 0,-2 0 0,1 0 0,2 0 0,-2 0 0,2 0 0,0 0 0,1 0 0,2 0 0,-3 0 0,0 0 0,-4 0 0,-2-1 0,1-2 0,-3 1 0,4 0 0,-2 2 0,1 0 0,0 0 0,-1 0 0,3 0 0,-3 0 0,2 0 0,2 0 0,3 0 0,1 0 0,0 0 0,1 0 0,-1-2 0,1 0 0,-1-1 0,1-1 0,0 1 0,2 1 0,2 0 0,4 0 0,-1-1 0,1 1 0,1 0 0,-1 2 0,3-2 0,-1-1 0,0 1 0,0 0 0,0 2 0,1 0 0,0 0 0,0 0 0,-2 0 0,-3 0 0,-1 0 0,-3 0 0,0 0 0,-2 0 0,-1 0 0,0 0 0,-2 0 0,-2 0 0,0 0 0,-2 0 0,2 0 0,0 0 0,0 0 0,2 0 0,0 0 0,3 0 0,1 0 0,2 0 0,2 0 0,-1 0 0,-2 0 0,0 0 0,-3 0 0,0 0 0,0 0 0,-1 0 0,-1 0 0,-1 0 0,2 0 0,2 0 0,-1 0 0,0 0 0,1 0 0,1 0 0,1 0 0,0 0 0,0 0 0,-2 0 0,-1 0 0,0 0 0,-2 0 0,-4 0 0,-3 0 0,1 0 0,3 3 0,-6 0 0,4 4 0,-7 5 0,-1 2 0,0 6 0,-2 2 0,0 4 0,0 2 0,0 2 0,0-2 0,-5 0 0,-7-3 0,-5-2 0,-3-4 0,-3-1 0,3-5 0,-3-5 0,0-4 0,3-4 0,0 0 0,3 0 0,-1 3 0,1 3 0,-1 1 0,0 3 0,1 1 0,-1 0 0,0 2 0,-3-1 0,1 0 0,0 0 0,2-3 0,1-2 0,3-1 0,3 0 0,0-1 0,1 3 0,-1 0 0,-1 2 0,1 2 0,-2 0 0,1 1 0,1 0 0,-2-2 0,0 0 0,0 0 0,-2-1 0,-1 3 0,2 1 0,-1 2 0,1 1 0,3 0 0,0 1 0,5-1 0,2 0 0,3 0 0,1-2 0,8-5 0,10-4 0,14-2 0,11-1 0,5 0 0,5-1 0,1-2 0,0 0 0,-3 0 0,-5 2 0,-4 1 0,-1-1 0,4 2 0,3-2 0,0 1 0,-7 1 0,-11 2 0,-13 3 0,-10 3 0,-4 2 0,-11 4 0,-24 9 0,-31 3 0,15-13 0,-6-2 0,-9 0 0,-3-2 0,0-2 0,-1-2 0,3-2 0,2-1 0,8-1 0,3 1 0,-36 7 0,9 4 0,1 5 0,2 0 0,-3-5 0,7-7 0,13-5 0,8-5 0,12 0 0,5-1 0,3-2 0,4-3 0,2-3 0,2-1 0,0-1 0,0 0 0,1 2 0,1 0 0,4 1 0,2 1 0,3-1 0,0-1 0,2-1 0,1-3 0,2-1 0,2 2 0,-1 0 0,1 3 0,-2 1 0,-1 2 0,0 1 0,-6 0 0,4 1 0,-5-1 0,6 1 0,-3-1 0,0 3 0,-2-2 0,0 1 0,0 1 0,0-2 0,2 1 0,0 1 0,2 0 0,1 2 0,-3 0 0,3 0 0,-2 0 0,-1 0 0,2 0 0,-2 0 0,0 0 0,3 0 0,-4 0 0,4 0 0,0 0 0,-3 0 0,2 0 0,-2 0 0,3 0 0,0 0 0,-1-4 0,-1 3 0,2-2 0,-3 3 0,3 0 0,-3 0 0,3 0 0,-2 0 0,2 0 0,-2 0 0,1 0 0,2-3 0,-4 1 0,1-1 0,-1 3 0,2 0 0,4-11 0,3 5 0,2-9 0,0 8 0,0-1 0,0-3 0,0 3 0,0-3 0,0 3 0,2-1 0,8 3 0,-1 2 0,8 4 0,-4 0 0,2 0 0,2 0 0,0 0 0,3 0 0,3 4 0,3 3 0,4 2 0,-2 1 0,0-4 0,-3-1 0,-5-1 0,-1 1 0,-1-3 0,-1 0 0,1-1 0,-1 1 0,0 1 0,-2 1 0,0 0 0,1-2 0,-1-1 0,0-1 0,0 0 0,0 0 0,1 0 0,3 0 0,1 0 0,3 0 0,0 0 0,0 0 0,1 0 0,-1 0 0,2 0 0,-2 0 0,-2 0 0,-2 0 0,-1 0 0,-2 0 0,-4 0 0,-1 0 0,-3 0 0,5 0 0,-2 0 0,6 0 0,-4 0 0,1 0 0,1 0 0,1 0 0,4 0 0,2 0 0,1 0 0,2 0 0,-3 0 0,-1 0 0,-2 0 0,-3 0 0,-3 0 0,-4 1 0,-2 2 0,0 8 0,-2 2 0,1 6 0,-2 2 0,3 3 0,3 6 0,6 3 0,8 0 0,7 1 0,6-2 0,5 0 0,0-1 0,2 1 0,-1 0 0,-1-3 0,-5-5 0,-8-4 0,-7-7 0,-5-4 0,-2-4 0,-2-3 0,-2-2 0,-1 0 0,1 0 0,2 0 0,2 0 0,0-1 0,0-1 0,0-3 0,4-2 0,3-1 0,4 2 0,2 2 0,-3 2 0,-4 2 0,-2 0 0,-1 0 0,-1 0 0,0 0 0,1 0 0,-1 0 0,1 1 0,-1 2 0,-1 3 0,-3 2 0,-3 3 0,-2 0 0,-3 0 0,-3 0 0,-1-1 0,-1-1 0,0 1 0,0 1 0,-3 1 0,-7 0 0,-12-3 0,-13-4 0,-13-3 0,-9-2 0,-1 0 0,-2 0 0,5 0 0,4 0 0,5-2 0,6-2 0,3-4 0,4 1 0,-3 3 0,2-1 0,-1 2 0,1-2 0,0-2 0,-2-1 0,-1-1 0,-1 2 0,-1 1 0,0 1 0,1 3 0,0-3 0,2 3 0,0-1 0,2 1 0,2 2 0,1 0 0,4 0 0,3 0 0,3 0 0,3 0 0,0 2 0,1 0 0,-1 2 0,1 0 0,-1-1 0,0-1 0,-1-2 0,-2 0 0,1 0 0,0 0 0,5 0 0,0 1 0,0 2 0,-1-1 0,-1 0 0,0-2 0,0 0 0,2 0 0,0 2 0,-3 1 0,-2-1 0,0 2 0,0-2 0,3 2 0,-1 1 0,1-1 0,-1 1 0,1-1 0,0 1 0,3 0 0,1 1 0,0 0 0,0 0 0,-1-2 0,0 0 0,1-1 0,0 2 0,1-2 0,0-1 0,1 1 0,-1 0 0,1-1 0,-1 0 0,1-1 0,2 2 0,0-1 0,1 3 0,6 5 0,1 3 0,4 6 0,-1-2 0,-2 1 0,2-1 0,0-2 0,2-2 0,1-3 0,-3-1 0,0 0 0,1 1 0,-2-1 0,3 0 0,-4 2 0,0-3 0,0 3 0,0-3 0,0 0 0,0 5 0,0-1 0,0 2 0,0-3 0,0 0 0,0-2 0,0 1 0,0-2 0,0 2 0,0-2 0,0 5 0,0-6 0,0 3 0,0 0 0,0-3 0,0 7 0,0-6 0,0 3 0,0-2 0,0-2 0,0 4 0,0-2 0,0 0 0,0 2 0,0-3 0,0 4 0,0-5 0,0 5 0,-1-5 0,-1 4 0,0-3 0,-1 1 0,3 1 0,0-2 0,0 3 0,0 0 0,0-3 0,0 3 0,-1-1 0,-1-3 0,0 3 0,0 1 0,1-2 0,0 3 0,-1-2 0,0-1 0,0 1 0,1 1 0,-1-1 0,-1 1 0,1 0 0,-2 2 0,1-1 0,-1 1 0,-1 0 0,3-2 0,-1-1 0,0 1 0,-1-1 0,0 1 0,1-2 0,-1-1 0,2 2 0,-5-5 0,3 4 0,-7-6 0,4 0 0,-3-3 0,-1-8 0,5-2 0,-2-8 0,3 2 0,1 2 0,0 3 0,2 2 0,1 0 0,1-1 0,0 1 0,-1-2 0,-2 2 0,1 1 0,0-1 0,2 0 0,0 0 0,0 0 0,0 0 0,0-2 0,0 3 0,0-3 0,0 1 0,0 2 0,0-4 0,0 4 0,0-3 0,0 1 0,0 2 0,0-3 0,0 3 0,0-3 0,0 2 0,0-2 0,0 3 0,0-1 0,3-1 0,-1 1 0,1-1 0,-3 2 0,0-3 0,0 3 0,0-1 0,0-2 0,0 4 0,0-4 0,0 3 0,0-1 0,0-3 0,0 4 0,0-1 0,0-1 0,0 2 0,0-4 0,0 3 0,0-1 0,0-1 0,0 4 0,0-4 0,0 1 0,0 1 0,0 0 0,0 1 0,0-2 0,0 1 0,0-1 0,0-1 0,0 2 0,0-2 0,0 1 0,0 2 0,0-4 0,0 4 0,0-3 0,0 0 0,0 1 0,0-2 0,0 0 0,0 1 0,0 1 0,0-1 0,0 2 0,0-1 0,0 2 0,0-3 0,0 2 0,0-1 0,0 1 0,0-2 0,0 2 0,0-2 0,0 4 0,0-3 0,0 2 0,0-2 0,0 1 0,0-1 0,0 1 0,0 0 0,-2-3 0,0 3 0,-1-1 0,0 1 0,0 3 0,1-5 0,-3 4 0,2-3 0,-3 2 0,1 1 0,2-2 0,0 2 0,0-4 0,1 1 0,0 2 0,-1-3 0,3 3 0,0-1 0,0-1 0,0 2 0,0-2 0,0 0 0,0 1 0,0-1 0,0 2 0,0-2 0,0 0 0,0 2 0,1-4 0,5 7 0,1-5 0,2 6 0,-3-4 0,0 4 0,-2-5 0,3 2 0,-2-1 0,0 0 0,0-2 0,-3 3 0,7-3 0,-2 7 0,3-1 0,4 4 0,-2 0 0,6 0 0,-2 3 0,2 4 0,-2 8 0,-1 9 0,1 5 0,1 4 0,0 1 0,-3 0 0,-3-1 0,-3-2 0,-2-1 0,-3-4 0,0 0 0,-2-2 0,-1 1 0,0-2 0,0-2 0,0-1 0,0-3 0,0 1 0,0-1 0,0 0 0,2 1 0,2-1 0,4 0 0,3 3 0,2 2 0,5 6 0,5 5 0,9 3 0,4 5 0,3 1 0,-2 0 0,-1-3 0,-4-8 0,-7-5 0,-3-7 0,-5-6 0,0-4 0,-2-6 0,-2-3 0,-2 0 0,-3 0 0,4-9 0,-3-1 0,3-10 0,0-7 0,3-10 0,3-14 0,1-12 0,-3-8 0,-1-3 0,-1 0 0,-2 1 0,2 4 0,-1 4 0,2 6 0,-1 7 0,-3 10 0,-3 10 0,-5 9 0,-4 6 0,-9 6 0,-8 2 0,-10 4 0,-5 2 0,4 1 0,1 2 0,5 0 0,3 2 0,2 8 0,6 8 0,5 8 0,5 7 0,13-1 0,26 7 0,48 8 0,-17-20 0,7-2 0,13 1 0,5-1 0,-28-10 0,1-1 0,0-1 0,25 5 0,-3-3 0,-15-4 0,-6-2 0,31 3 0,-40-7 0,-24-5 0,-22-2 0,-2-5 0,-10-5 0,-6-4 0,-14-1 0,-18 1 0,-13-2 0,-6-1 0,4-4 0,4-1 0,-2-3 0,-9-4 0,-12-3 0,-8-5 0,-2-3 0,9-3 0,13-5 0,15-5 0,15-6 0,13 0 0,8 6 0,7 11 0,2 13 0,0 13 0,0 6 0,0 2 0,2 3 0,4-2 0,5 4 0,5 0 0,1-2 0,0 0 0,1-2 0,-1-1 0,1 2 0,2 1 0,3 1 0,4 2 0,3 2 0,4 1 0,-1 1 0,-3 0 0,-7 2 0,-9 10 0,-7 17 0,-3 22 0,-12 23 0,-12 17 0,6-42 0,-3 0 0,-3 1 0,-1-1 0,-19 42 0,2-10 0,0-7 0,0-8 0,1-4 0,3-9 0,5-8 0,7-10 0,5-9 0,4-5 0,0-3 0,2 2 0,-3 4 0,-2 5 0,1 1 0,-1 3 0,-1 0 0,0 1 0,-2 2 0,0-3 0,1-2 0,1-1 0,1-2 0,3-3 0,0-3 0,0-2 0,2-4 0,0-2 0,2-1 0,1-2 0,-1-1 0,1-1 0,-1 1 0,-1 0 0,-1 1 0,-3-3 0,-2-4 0,-1-2 0,1-2 0,1 0 0,2-3 0,0-7 0,-3-9 0,0-10 0,-2-5 0,3 1 0,2 1 0,5 4 0,3 2 0,3 3 0,2 3 0,0 3 0,0-1 0,1 1 0,5-1 0,5-1 0,4-4 0,4-5 0,4-3 0,4 0 0,5 2 0,4 7 0,3 7 0,6 6 0,7-1 0,17-8 0,24-16 0,-32 10 0,3-2 0,8-3 0,2-1 0,5-3 0,3 0 0,8-1 0,3-1-202,-28 12 0,1 1 1,1-1 201,3 1 0,0-1 0,1 1 0,-1 1 0,1 1 0,-2 1 0,29-6 0,-3 2 0,-8 3 0,-2 2 0,-9 2 0,-4 2 0,-13 4 0,-4 0 0,23-2 0,-29 5 0,-18 2 605,-10 3-605,-4-2 0,1-1 0,-1-1 0,0-3 0,2-2 0,10-3 0,22-7 0,25-9 0,-30 12 0,1-2 0,0-1 0,-3 0 0,28-20 0,-25 5 0,-26 7 0,-30 5 0,-35 4 0,-33 3 0,27 11 0,-2 0 0,-4 2 0,-2-1 0,-2 0 0,-2 1 0,-1-1 0,0-1 0,-4-1 0,-1-1 0,-1 1 0,0 1 0,0 0 0,-1 2 0,-1 1 0,0 1 0,2 2 0,0 0 0,4 0 0,2 0 0,6 0 0,3 0 0,-37 0 0,23 0 0,15 0 0,5 3 0,-1 5 0,-9 6 0,-6 1 0,-3-2 0,-1-7 0,-2-4 0,-1-2 0,0 0 0,6 2 0,12 0 0,11 4 0,11 1 0,8 0 0,3-1 0,4-2 0,5-2 0,4-1 0,4 11 0,2-5 0,1 9 0,2-8 0,8 3 0,-6-6 0,6 1 0</inkml:trace>
</inkml:ink>
</file>

<file path=ppt/ink/ink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03-13T08:20:02.094"/>
    </inkml:context>
    <inkml:brush xml:id="br0">
      <inkml:brushProperty name="width" value="0.6" units="cm"/>
      <inkml:brushProperty name="height" value="0.6" units="cm"/>
      <inkml:brushProperty name="color" value="#FFFFFF"/>
    </inkml:brush>
  </inkml:definitions>
  <inkml:trace contextRef="#ctx0" brushRef="#br0">1737 2675 8027,'-51'-16'0,"4"-3"0,-12-11 0,-9-17 0,-5-8 0,5-2 0,28 23 0,-1-1 0,-1-3 0,0-2 0,0-1 0,-1-1 0,-4-8 0,1 1 0,5 6 0,1 1 0,0 2 0,1 0 0,2-1 0,0 0 0,-4-3 0,1-1 0,2 1 0,0 0 0,2 3 0,-1-1 0,2 0 0,0 0 0,1 1 0,0 1 0,-27-37 0,9 9 0,2 1 0,6 12 0,1 3 0,1 5 0,9 7 0,-4 2 0,12 13 0,1 2 0,13 19 0,7 5 0,4 17 0,0-8 0,0 9 0,0-8 0,0 1 0,0 0 0,0 0 0,0-5 0,0 5 0,0-4 0,14 4 0,21-5 0,17-2 0,0-3 0,5-1 0,-2-1 0,8 0 0,2 0 0,13-8 0,11-8 0,1-2 0,4-6 0,-38 9 0,1-2 0,-3 2 0,-1-1 0,5-2 0,-1-1 0,-7 4 0,1-1 0,11-5 0,2-1 0,-6 2 0,1-1 0,4-3 0,0 0 0,-4-1 0,-1 0 0,-7 3 0,-3-2 0,0 0 0,-2-1 0,0-1 0,-1 0 0,4-3 0,-1 0 0,0-1 0,-1-1 0,-3 2 0,0-1 0,-1 0 0,-2 1 0,35-28 0,-17 11 0,-7 4 0,-10 5 0,2 0 0,-10 6 0,0-3 0,-13 16 0,-2-7 0,-8 13 0</inkml:trace>
</inkml:ink>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2589213" y="2514600"/>
            <a:ext cx="8915399" cy="2262781"/>
          </a:xfrm>
        </p:spPr>
        <p:txBody>
          <a:bodyPr anchor="b">
            <a:normAutofit/>
          </a:bodyPr>
          <a:lstStyle>
            <a:lvl1pPr>
              <a:defRPr sz="5400"/>
            </a:lvl1pPr>
          </a:lstStyle>
          <a:p>
            <a:r>
              <a:rPr lang="en-GB"/>
              <a:t>Click to edit Master title style</a:t>
            </a:r>
            <a:endParaRPr lang="en-US" dirty="0"/>
          </a:p>
        </p:txBody>
      </p:sp>
      <p:sp>
        <p:nvSpPr>
          <p:cNvPr id="3" name="Subtitle 2"/>
          <p:cNvSpPr>
            <a:spLocks noGrp="1"/>
          </p:cNvSpPr>
          <p:nvPr>
            <p:ph type="subTitle" idx="1"/>
          </p:nvPr>
        </p:nvSpPr>
        <p:spPr>
          <a:xfrm>
            <a:off x="2589213" y="4777379"/>
            <a:ext cx="8915399" cy="1126283"/>
          </a:xfrm>
        </p:spPr>
        <p:txBody>
          <a:bodyPr anchor="t"/>
          <a:lstStyle>
            <a:lvl1pPr marL="0" indent="0" algn="l">
              <a:buNone/>
              <a:defRPr>
                <a:solidFill>
                  <a:schemeClr val="tx1">
                    <a:lumMod val="65000"/>
                    <a:lumOff val="3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GB"/>
              <a:t>Click to edit Master subtitle style</a:t>
            </a:r>
            <a:endParaRPr lang="en-US" dirty="0"/>
          </a:p>
        </p:txBody>
      </p:sp>
      <p:sp>
        <p:nvSpPr>
          <p:cNvPr id="4" name="Date Placeholder 3"/>
          <p:cNvSpPr>
            <a:spLocks noGrp="1"/>
          </p:cNvSpPr>
          <p:nvPr>
            <p:ph type="dt" sz="half" idx="10"/>
          </p:nvPr>
        </p:nvSpPr>
        <p:spPr/>
        <p:txBody>
          <a:bodyPr/>
          <a:lstStyle/>
          <a:p>
            <a:fld id="{4555233D-C793-AC45-9A78-99949ACB9528}" type="datetimeFigureOut">
              <a:rPr lang="en-BD" smtClean="0"/>
              <a:t>13/3/23</a:t>
            </a:fld>
            <a:endParaRPr lang="en-BD"/>
          </a:p>
        </p:txBody>
      </p:sp>
      <p:sp>
        <p:nvSpPr>
          <p:cNvPr id="5" name="Footer Placeholder 4"/>
          <p:cNvSpPr>
            <a:spLocks noGrp="1"/>
          </p:cNvSpPr>
          <p:nvPr>
            <p:ph type="ftr" sz="quarter" idx="11"/>
          </p:nvPr>
        </p:nvSpPr>
        <p:spPr/>
        <p:txBody>
          <a:bodyPr/>
          <a:lstStyle/>
          <a:p>
            <a:endParaRPr lang="en-BD"/>
          </a:p>
        </p:txBody>
      </p:sp>
      <p:sp>
        <p:nvSpPr>
          <p:cNvPr id="7" name="Freeform 6"/>
          <p:cNvSpPr/>
          <p:nvPr/>
        </p:nvSpPr>
        <p:spPr bwMode="auto">
          <a:xfrm>
            <a:off x="0" y="4323810"/>
            <a:ext cx="1744652" cy="778589"/>
          </a:xfrm>
          <a:custGeom>
            <a:avLst/>
            <a:gdLst/>
            <a:ahLst/>
            <a:cxnLst/>
            <a:rect l="0" t="0" r="r" b="b"/>
            <a:pathLst>
              <a:path w="372" h="166">
                <a:moveTo>
                  <a:pt x="287" y="166"/>
                </a:moveTo>
                <a:cubicBezTo>
                  <a:pt x="290" y="166"/>
                  <a:pt x="292" y="165"/>
                  <a:pt x="293" y="164"/>
                </a:cubicBezTo>
                <a:cubicBezTo>
                  <a:pt x="293" y="163"/>
                  <a:pt x="294" y="163"/>
                  <a:pt x="294" y="163"/>
                </a:cubicBezTo>
                <a:cubicBezTo>
                  <a:pt x="370" y="87"/>
                  <a:pt x="370" y="87"/>
                  <a:pt x="370" y="87"/>
                </a:cubicBezTo>
                <a:cubicBezTo>
                  <a:pt x="372" y="85"/>
                  <a:pt x="372" y="81"/>
                  <a:pt x="370" y="78"/>
                </a:cubicBezTo>
                <a:cubicBezTo>
                  <a:pt x="294" y="3"/>
                  <a:pt x="294" y="3"/>
                  <a:pt x="294" y="3"/>
                </a:cubicBezTo>
                <a:cubicBezTo>
                  <a:pt x="294" y="2"/>
                  <a:pt x="293" y="2"/>
                  <a:pt x="293" y="2"/>
                </a:cubicBezTo>
                <a:cubicBezTo>
                  <a:pt x="292" y="1"/>
                  <a:pt x="290" y="0"/>
                  <a:pt x="287" y="0"/>
                </a:cubicBezTo>
                <a:cubicBezTo>
                  <a:pt x="0" y="0"/>
                  <a:pt x="0" y="0"/>
                  <a:pt x="0" y="0"/>
                </a:cubicBezTo>
                <a:cubicBezTo>
                  <a:pt x="0" y="166"/>
                  <a:pt x="0" y="166"/>
                  <a:pt x="0" y="166"/>
                </a:cubicBezTo>
                <a:lnTo>
                  <a:pt x="287" y="166"/>
                </a:lnTo>
                <a:close/>
              </a:path>
            </a:pathLst>
          </a:custGeom>
          <a:solidFill>
            <a:schemeClr val="accent1"/>
          </a:solidFill>
          <a:ln>
            <a:noFill/>
          </a:ln>
        </p:spPr>
      </p:sp>
      <p:sp>
        <p:nvSpPr>
          <p:cNvPr id="6" name="Slide Number Placeholder 5"/>
          <p:cNvSpPr>
            <a:spLocks noGrp="1"/>
          </p:cNvSpPr>
          <p:nvPr>
            <p:ph type="sldNum" sz="quarter" idx="12"/>
          </p:nvPr>
        </p:nvSpPr>
        <p:spPr>
          <a:xfrm>
            <a:off x="531812" y="4529540"/>
            <a:ext cx="779767" cy="365125"/>
          </a:xfrm>
        </p:spPr>
        <p:txBody>
          <a:bodyPr/>
          <a:lstStyle/>
          <a:p>
            <a:fld id="{8408947F-F893-394B-A2D8-9789627AC9C5}" type="slidenum">
              <a:rPr lang="en-BD" smtClean="0"/>
              <a:t>‹#›</a:t>
            </a:fld>
            <a:endParaRPr lang="en-BD"/>
          </a:p>
        </p:txBody>
      </p:sp>
    </p:spTree>
    <p:extLst>
      <p:ext uri="{BB962C8B-B14F-4D97-AF65-F5344CB8AC3E}">
        <p14:creationId xmlns:p14="http://schemas.microsoft.com/office/powerpoint/2010/main" val="328883293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2592925" y="624110"/>
            <a:ext cx="8911687" cy="1280890"/>
          </a:xfrm>
        </p:spPr>
        <p:txBody>
          <a:bodyPr/>
          <a:lstStyle/>
          <a:p>
            <a:r>
              <a:rPr lang="en-GB"/>
              <a:t>Click to edit Master title style</a:t>
            </a:r>
            <a:endParaRPr lang="en-US" dirty="0"/>
          </a:p>
        </p:txBody>
      </p:sp>
      <p:sp>
        <p:nvSpPr>
          <p:cNvPr id="3" name="Content Placeholder 2"/>
          <p:cNvSpPr>
            <a:spLocks noGrp="1"/>
          </p:cNvSpPr>
          <p:nvPr>
            <p:ph idx="1"/>
          </p:nvPr>
        </p:nvSpPr>
        <p:spPr>
          <a:xfrm>
            <a:off x="2589212" y="2133600"/>
            <a:ext cx="8915400" cy="3777622"/>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4" name="Date Placeholder 3"/>
          <p:cNvSpPr>
            <a:spLocks noGrp="1"/>
          </p:cNvSpPr>
          <p:nvPr>
            <p:ph type="dt" sz="half" idx="10"/>
          </p:nvPr>
        </p:nvSpPr>
        <p:spPr/>
        <p:txBody>
          <a:bodyPr/>
          <a:lstStyle/>
          <a:p>
            <a:fld id="{4555233D-C793-AC45-9A78-99949ACB9528}" type="datetimeFigureOut">
              <a:rPr lang="en-BD" smtClean="0"/>
              <a:t>13/3/23</a:t>
            </a:fld>
            <a:endParaRPr lang="en-BD"/>
          </a:p>
        </p:txBody>
      </p:sp>
      <p:sp>
        <p:nvSpPr>
          <p:cNvPr id="5" name="Footer Placeholder 4"/>
          <p:cNvSpPr>
            <a:spLocks noGrp="1"/>
          </p:cNvSpPr>
          <p:nvPr>
            <p:ph type="ftr" sz="quarter" idx="11"/>
          </p:nvPr>
        </p:nvSpPr>
        <p:spPr/>
        <p:txBody>
          <a:bodyPr/>
          <a:lstStyle/>
          <a:p>
            <a:endParaRPr lang="en-BD"/>
          </a:p>
        </p:txBody>
      </p:sp>
      <p:sp>
        <p:nvSpPr>
          <p:cNvPr id="8"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p:txBody>
          <a:bodyPr/>
          <a:lstStyle/>
          <a:p>
            <a:fld id="{8408947F-F893-394B-A2D8-9789627AC9C5}" type="slidenum">
              <a:rPr lang="en-BD" smtClean="0"/>
              <a:t>‹#›</a:t>
            </a:fld>
            <a:endParaRPr lang="en-BD"/>
          </a:p>
        </p:txBody>
      </p:sp>
    </p:spTree>
    <p:extLst>
      <p:ext uri="{BB962C8B-B14F-4D97-AF65-F5344CB8AC3E}">
        <p14:creationId xmlns:p14="http://schemas.microsoft.com/office/powerpoint/2010/main" val="270462529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2589212" y="2058750"/>
            <a:ext cx="8915399" cy="1468800"/>
          </a:xfrm>
        </p:spPr>
        <p:txBody>
          <a:bodyPr anchor="b"/>
          <a:lstStyle>
            <a:lvl1pPr algn="l">
              <a:defRPr sz="4000" b="0" cap="none"/>
            </a:lvl1pPr>
          </a:lstStyle>
          <a:p>
            <a:r>
              <a:rPr lang="en-GB"/>
              <a:t>Click to edit Master title style</a:t>
            </a:r>
            <a:endParaRPr lang="en-US" dirty="0"/>
          </a:p>
        </p:txBody>
      </p:sp>
      <p:sp>
        <p:nvSpPr>
          <p:cNvPr id="3" name="Text Placeholder 2"/>
          <p:cNvSpPr>
            <a:spLocks noGrp="1"/>
          </p:cNvSpPr>
          <p:nvPr>
            <p:ph type="body" idx="1"/>
          </p:nvPr>
        </p:nvSpPr>
        <p:spPr>
          <a:xfrm>
            <a:off x="2589212" y="3530129"/>
            <a:ext cx="8915399" cy="860400"/>
          </a:xfrm>
        </p:spPr>
        <p:txBody>
          <a:bodyPr anchor="t"/>
          <a:lstStyle>
            <a:lvl1pPr marL="0" indent="0" algn="l">
              <a:buNone/>
              <a:defRPr sz="2000">
                <a:solidFill>
                  <a:schemeClr val="tx1">
                    <a:lumMod val="65000"/>
                    <a:lumOff val="3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GB"/>
              <a:t>Click to edit Master text styles</a:t>
            </a:r>
          </a:p>
        </p:txBody>
      </p:sp>
      <p:sp>
        <p:nvSpPr>
          <p:cNvPr id="4" name="Date Placeholder 3"/>
          <p:cNvSpPr>
            <a:spLocks noGrp="1"/>
          </p:cNvSpPr>
          <p:nvPr>
            <p:ph type="dt" sz="half" idx="10"/>
          </p:nvPr>
        </p:nvSpPr>
        <p:spPr/>
        <p:txBody>
          <a:bodyPr/>
          <a:lstStyle/>
          <a:p>
            <a:fld id="{4555233D-C793-AC45-9A78-99949ACB9528}" type="datetimeFigureOut">
              <a:rPr lang="en-BD" smtClean="0"/>
              <a:t>13/3/23</a:t>
            </a:fld>
            <a:endParaRPr lang="en-BD"/>
          </a:p>
        </p:txBody>
      </p:sp>
      <p:sp>
        <p:nvSpPr>
          <p:cNvPr id="5" name="Footer Placeholder 4"/>
          <p:cNvSpPr>
            <a:spLocks noGrp="1"/>
          </p:cNvSpPr>
          <p:nvPr>
            <p:ph type="ftr" sz="quarter" idx="11"/>
          </p:nvPr>
        </p:nvSpPr>
        <p:spPr/>
        <p:txBody>
          <a:bodyPr/>
          <a:lstStyle/>
          <a:p>
            <a:endParaRPr lang="en-BD"/>
          </a:p>
        </p:txBody>
      </p:sp>
      <p:sp>
        <p:nvSpPr>
          <p:cNvPr id="9" name="Freeform 11"/>
          <p:cNvSpPr/>
          <p:nvPr/>
        </p:nvSpPr>
        <p:spPr bwMode="auto">
          <a:xfrm flipV="1">
            <a:off x="-4189" y="31781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a:xfrm>
            <a:off x="531812" y="3244139"/>
            <a:ext cx="779767" cy="365125"/>
          </a:xfrm>
        </p:spPr>
        <p:txBody>
          <a:bodyPr/>
          <a:lstStyle/>
          <a:p>
            <a:fld id="{8408947F-F893-394B-A2D8-9789627AC9C5}" type="slidenum">
              <a:rPr lang="en-BD" smtClean="0"/>
              <a:t>‹#›</a:t>
            </a:fld>
            <a:endParaRPr lang="en-BD"/>
          </a:p>
        </p:txBody>
      </p:sp>
    </p:spTree>
    <p:extLst>
      <p:ext uri="{BB962C8B-B14F-4D97-AF65-F5344CB8AC3E}">
        <p14:creationId xmlns:p14="http://schemas.microsoft.com/office/powerpoint/2010/main" val="37771501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8" name="Title 7"/>
          <p:cNvSpPr>
            <a:spLocks noGrp="1"/>
          </p:cNvSpPr>
          <p:nvPr>
            <p:ph type="title"/>
          </p:nvPr>
        </p:nvSpPr>
        <p:spPr/>
        <p:txBody>
          <a:bodyPr/>
          <a:lstStyle/>
          <a:p>
            <a:r>
              <a:rPr lang="en-GB"/>
              <a:t>Click to edit Master title style</a:t>
            </a:r>
            <a:endParaRPr lang="en-US" dirty="0"/>
          </a:p>
        </p:txBody>
      </p:sp>
      <p:sp>
        <p:nvSpPr>
          <p:cNvPr id="3" name="Content Placeholder 2"/>
          <p:cNvSpPr>
            <a:spLocks noGrp="1"/>
          </p:cNvSpPr>
          <p:nvPr>
            <p:ph sz="half" idx="1"/>
          </p:nvPr>
        </p:nvSpPr>
        <p:spPr>
          <a:xfrm>
            <a:off x="2589212" y="2133600"/>
            <a:ext cx="4313864" cy="3777622"/>
          </a:xfrm>
        </p:spPr>
        <p:txBody>
          <a:bodyPr>
            <a:normAutofit/>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4" name="Content Placeholder 3"/>
          <p:cNvSpPr>
            <a:spLocks noGrp="1"/>
          </p:cNvSpPr>
          <p:nvPr>
            <p:ph sz="half" idx="2"/>
          </p:nvPr>
        </p:nvSpPr>
        <p:spPr>
          <a:xfrm>
            <a:off x="7190747" y="2126222"/>
            <a:ext cx="4313864" cy="3777622"/>
          </a:xfrm>
        </p:spPr>
        <p:txBody>
          <a:bodyPr>
            <a:normAutofit/>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5" name="Date Placeholder 4"/>
          <p:cNvSpPr>
            <a:spLocks noGrp="1"/>
          </p:cNvSpPr>
          <p:nvPr>
            <p:ph type="dt" sz="half" idx="10"/>
          </p:nvPr>
        </p:nvSpPr>
        <p:spPr/>
        <p:txBody>
          <a:bodyPr/>
          <a:lstStyle/>
          <a:p>
            <a:fld id="{4555233D-C793-AC45-9A78-99949ACB9528}" type="datetimeFigureOut">
              <a:rPr lang="en-BD" smtClean="0"/>
              <a:t>13/3/23</a:t>
            </a:fld>
            <a:endParaRPr lang="en-BD"/>
          </a:p>
        </p:txBody>
      </p:sp>
      <p:sp>
        <p:nvSpPr>
          <p:cNvPr id="6" name="Footer Placeholder 5"/>
          <p:cNvSpPr>
            <a:spLocks noGrp="1"/>
          </p:cNvSpPr>
          <p:nvPr>
            <p:ph type="ftr" sz="quarter" idx="11"/>
          </p:nvPr>
        </p:nvSpPr>
        <p:spPr/>
        <p:txBody>
          <a:bodyPr/>
          <a:lstStyle/>
          <a:p>
            <a:endParaRPr lang="en-BD"/>
          </a:p>
        </p:txBody>
      </p:sp>
      <p:sp>
        <p:nvSpPr>
          <p:cNvPr id="10"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11" name="Slide Number Placeholder 5"/>
          <p:cNvSpPr>
            <a:spLocks noGrp="1"/>
          </p:cNvSpPr>
          <p:nvPr>
            <p:ph type="sldNum" sz="quarter" idx="12"/>
          </p:nvPr>
        </p:nvSpPr>
        <p:spPr>
          <a:xfrm>
            <a:off x="531812" y="787782"/>
            <a:ext cx="779767" cy="365125"/>
          </a:xfrm>
        </p:spPr>
        <p:txBody>
          <a:bodyPr/>
          <a:lstStyle/>
          <a:p>
            <a:fld id="{8408947F-F893-394B-A2D8-9789627AC9C5}" type="slidenum">
              <a:rPr lang="en-BD" smtClean="0"/>
              <a:t>‹#›</a:t>
            </a:fld>
            <a:endParaRPr lang="en-BD"/>
          </a:p>
        </p:txBody>
      </p:sp>
    </p:spTree>
    <p:extLst>
      <p:ext uri="{BB962C8B-B14F-4D97-AF65-F5344CB8AC3E}">
        <p14:creationId xmlns:p14="http://schemas.microsoft.com/office/powerpoint/2010/main" val="115867374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 name="Title 9"/>
          <p:cNvSpPr>
            <a:spLocks noGrp="1"/>
          </p:cNvSpPr>
          <p:nvPr>
            <p:ph type="title"/>
          </p:nvPr>
        </p:nvSpPr>
        <p:spPr/>
        <p:txBody>
          <a:bodyPr/>
          <a:lstStyle/>
          <a:p>
            <a:r>
              <a:rPr lang="en-GB"/>
              <a:t>Click to edit Master title style</a:t>
            </a:r>
            <a:endParaRPr lang="en-US" dirty="0"/>
          </a:p>
        </p:txBody>
      </p:sp>
      <p:sp>
        <p:nvSpPr>
          <p:cNvPr id="3" name="Text Placeholder 2"/>
          <p:cNvSpPr>
            <a:spLocks noGrp="1"/>
          </p:cNvSpPr>
          <p:nvPr>
            <p:ph type="body" idx="1"/>
          </p:nvPr>
        </p:nvSpPr>
        <p:spPr>
          <a:xfrm>
            <a:off x="2939373" y="1972703"/>
            <a:ext cx="3992732"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4" name="Content Placeholder 3"/>
          <p:cNvSpPr>
            <a:spLocks noGrp="1"/>
          </p:cNvSpPr>
          <p:nvPr>
            <p:ph sz="half" idx="2"/>
          </p:nvPr>
        </p:nvSpPr>
        <p:spPr>
          <a:xfrm>
            <a:off x="2589212" y="2548966"/>
            <a:ext cx="4342893" cy="3354060"/>
          </a:xfrm>
        </p:spPr>
        <p:txBody>
          <a:bodyPr>
            <a:normAutofit/>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5" name="Text Placeholder 4"/>
          <p:cNvSpPr>
            <a:spLocks noGrp="1"/>
          </p:cNvSpPr>
          <p:nvPr>
            <p:ph type="body" sz="quarter" idx="3"/>
          </p:nvPr>
        </p:nvSpPr>
        <p:spPr>
          <a:xfrm>
            <a:off x="7506629" y="1969475"/>
            <a:ext cx="3999001"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6" name="Content Placeholder 5"/>
          <p:cNvSpPr>
            <a:spLocks noGrp="1"/>
          </p:cNvSpPr>
          <p:nvPr>
            <p:ph sz="quarter" idx="4"/>
          </p:nvPr>
        </p:nvSpPr>
        <p:spPr>
          <a:xfrm>
            <a:off x="7166957" y="2545738"/>
            <a:ext cx="4338674" cy="3354060"/>
          </a:xfrm>
        </p:spPr>
        <p:txBody>
          <a:bodyPr>
            <a:normAutofit/>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7" name="Date Placeholder 6"/>
          <p:cNvSpPr>
            <a:spLocks noGrp="1"/>
          </p:cNvSpPr>
          <p:nvPr>
            <p:ph type="dt" sz="half" idx="10"/>
          </p:nvPr>
        </p:nvSpPr>
        <p:spPr/>
        <p:txBody>
          <a:bodyPr/>
          <a:lstStyle/>
          <a:p>
            <a:fld id="{4555233D-C793-AC45-9A78-99949ACB9528}" type="datetimeFigureOut">
              <a:rPr lang="en-BD" smtClean="0"/>
              <a:t>13/3/23</a:t>
            </a:fld>
            <a:endParaRPr lang="en-BD"/>
          </a:p>
        </p:txBody>
      </p:sp>
      <p:sp>
        <p:nvSpPr>
          <p:cNvPr id="8" name="Footer Placeholder 7"/>
          <p:cNvSpPr>
            <a:spLocks noGrp="1"/>
          </p:cNvSpPr>
          <p:nvPr>
            <p:ph type="ftr" sz="quarter" idx="11"/>
          </p:nvPr>
        </p:nvSpPr>
        <p:spPr/>
        <p:txBody>
          <a:bodyPr/>
          <a:lstStyle/>
          <a:p>
            <a:endParaRPr lang="en-BD"/>
          </a:p>
        </p:txBody>
      </p:sp>
      <p:sp>
        <p:nvSpPr>
          <p:cNvPr id="12"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13" name="Slide Number Placeholder 5"/>
          <p:cNvSpPr>
            <a:spLocks noGrp="1"/>
          </p:cNvSpPr>
          <p:nvPr>
            <p:ph type="sldNum" sz="quarter" idx="12"/>
          </p:nvPr>
        </p:nvSpPr>
        <p:spPr>
          <a:xfrm>
            <a:off x="531812" y="787782"/>
            <a:ext cx="779767" cy="365125"/>
          </a:xfrm>
        </p:spPr>
        <p:txBody>
          <a:bodyPr/>
          <a:lstStyle/>
          <a:p>
            <a:fld id="{8408947F-F893-394B-A2D8-9789627AC9C5}" type="slidenum">
              <a:rPr lang="en-BD" smtClean="0"/>
              <a:t>‹#›</a:t>
            </a:fld>
            <a:endParaRPr lang="en-BD"/>
          </a:p>
        </p:txBody>
      </p:sp>
    </p:spTree>
    <p:extLst>
      <p:ext uri="{BB962C8B-B14F-4D97-AF65-F5344CB8AC3E}">
        <p14:creationId xmlns:p14="http://schemas.microsoft.com/office/powerpoint/2010/main" val="113749245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t>Click to edit Master title style</a:t>
            </a:r>
            <a:endParaRPr lang="en-US" dirty="0"/>
          </a:p>
        </p:txBody>
      </p:sp>
      <p:sp>
        <p:nvSpPr>
          <p:cNvPr id="3" name="Date Placeholder 2"/>
          <p:cNvSpPr>
            <a:spLocks noGrp="1"/>
          </p:cNvSpPr>
          <p:nvPr>
            <p:ph type="dt" sz="half" idx="10"/>
          </p:nvPr>
        </p:nvSpPr>
        <p:spPr/>
        <p:txBody>
          <a:bodyPr/>
          <a:lstStyle/>
          <a:p>
            <a:fld id="{4555233D-C793-AC45-9A78-99949ACB9528}" type="datetimeFigureOut">
              <a:rPr lang="en-BD" smtClean="0"/>
              <a:t>13/3/23</a:t>
            </a:fld>
            <a:endParaRPr lang="en-BD"/>
          </a:p>
        </p:txBody>
      </p:sp>
      <p:sp>
        <p:nvSpPr>
          <p:cNvPr id="4" name="Footer Placeholder 3"/>
          <p:cNvSpPr>
            <a:spLocks noGrp="1"/>
          </p:cNvSpPr>
          <p:nvPr>
            <p:ph type="ftr" sz="quarter" idx="11"/>
          </p:nvPr>
        </p:nvSpPr>
        <p:spPr/>
        <p:txBody>
          <a:bodyPr/>
          <a:lstStyle/>
          <a:p>
            <a:endParaRPr lang="en-BD"/>
          </a:p>
        </p:txBody>
      </p:sp>
      <p:sp>
        <p:nvSpPr>
          <p:cNvPr id="7"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5" name="Slide Number Placeholder 4"/>
          <p:cNvSpPr>
            <a:spLocks noGrp="1"/>
          </p:cNvSpPr>
          <p:nvPr>
            <p:ph type="sldNum" sz="quarter" idx="12"/>
          </p:nvPr>
        </p:nvSpPr>
        <p:spPr/>
        <p:txBody>
          <a:bodyPr/>
          <a:lstStyle/>
          <a:p>
            <a:fld id="{8408947F-F893-394B-A2D8-9789627AC9C5}" type="slidenum">
              <a:rPr lang="en-BD" smtClean="0"/>
              <a:t>‹#›</a:t>
            </a:fld>
            <a:endParaRPr lang="en-BD"/>
          </a:p>
        </p:txBody>
      </p:sp>
    </p:spTree>
    <p:extLst>
      <p:ext uri="{BB962C8B-B14F-4D97-AF65-F5344CB8AC3E}">
        <p14:creationId xmlns:p14="http://schemas.microsoft.com/office/powerpoint/2010/main" val="170801021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4555233D-C793-AC45-9A78-99949ACB9528}" type="datetimeFigureOut">
              <a:rPr lang="en-BD" smtClean="0"/>
              <a:t>13/3/23</a:t>
            </a:fld>
            <a:endParaRPr lang="en-BD"/>
          </a:p>
        </p:txBody>
      </p:sp>
      <p:sp>
        <p:nvSpPr>
          <p:cNvPr id="3" name="Footer Placeholder 2"/>
          <p:cNvSpPr>
            <a:spLocks noGrp="1"/>
          </p:cNvSpPr>
          <p:nvPr>
            <p:ph type="ftr" sz="quarter" idx="11"/>
          </p:nvPr>
        </p:nvSpPr>
        <p:spPr/>
        <p:txBody>
          <a:bodyPr/>
          <a:lstStyle/>
          <a:p>
            <a:endParaRPr lang="en-BD"/>
          </a:p>
        </p:txBody>
      </p:sp>
      <p:sp>
        <p:nvSpPr>
          <p:cNvPr id="6"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4" name="Slide Number Placeholder 3"/>
          <p:cNvSpPr>
            <a:spLocks noGrp="1"/>
          </p:cNvSpPr>
          <p:nvPr>
            <p:ph type="sldNum" sz="quarter" idx="12"/>
          </p:nvPr>
        </p:nvSpPr>
        <p:spPr/>
        <p:txBody>
          <a:bodyPr/>
          <a:lstStyle/>
          <a:p>
            <a:fld id="{8408947F-F893-394B-A2D8-9789627AC9C5}" type="slidenum">
              <a:rPr lang="en-BD" smtClean="0"/>
              <a:t>‹#›</a:t>
            </a:fld>
            <a:endParaRPr lang="en-BD"/>
          </a:p>
        </p:txBody>
      </p:sp>
    </p:spTree>
    <p:extLst>
      <p:ext uri="{BB962C8B-B14F-4D97-AF65-F5344CB8AC3E}">
        <p14:creationId xmlns:p14="http://schemas.microsoft.com/office/powerpoint/2010/main" val="298897472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589212" y="446088"/>
            <a:ext cx="3505199" cy="976312"/>
          </a:xfrm>
        </p:spPr>
        <p:txBody>
          <a:bodyPr anchor="b"/>
          <a:lstStyle>
            <a:lvl1pPr algn="l">
              <a:defRPr sz="2000" b="0"/>
            </a:lvl1pPr>
          </a:lstStyle>
          <a:p>
            <a:r>
              <a:rPr lang="en-GB"/>
              <a:t>Click to edit Master title style</a:t>
            </a:r>
            <a:endParaRPr lang="en-US" dirty="0"/>
          </a:p>
        </p:txBody>
      </p:sp>
      <p:sp>
        <p:nvSpPr>
          <p:cNvPr id="3" name="Content Placeholder 2"/>
          <p:cNvSpPr>
            <a:spLocks noGrp="1"/>
          </p:cNvSpPr>
          <p:nvPr>
            <p:ph idx="1"/>
          </p:nvPr>
        </p:nvSpPr>
        <p:spPr>
          <a:xfrm>
            <a:off x="6323012" y="446088"/>
            <a:ext cx="5181600" cy="5414963"/>
          </a:xfrm>
        </p:spPr>
        <p:txBody>
          <a:bodyPr anchor="ctr">
            <a:normAutofit/>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4" name="Text Placeholder 3"/>
          <p:cNvSpPr>
            <a:spLocks noGrp="1"/>
          </p:cNvSpPr>
          <p:nvPr>
            <p:ph type="body" sz="half" idx="2"/>
          </p:nvPr>
        </p:nvSpPr>
        <p:spPr>
          <a:xfrm>
            <a:off x="2589212" y="1598613"/>
            <a:ext cx="3505199" cy="4262436"/>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GB"/>
              <a:t>Click to edit Master text styles</a:t>
            </a:r>
          </a:p>
        </p:txBody>
      </p:sp>
      <p:sp>
        <p:nvSpPr>
          <p:cNvPr id="5" name="Date Placeholder 4"/>
          <p:cNvSpPr>
            <a:spLocks noGrp="1"/>
          </p:cNvSpPr>
          <p:nvPr>
            <p:ph type="dt" sz="half" idx="10"/>
          </p:nvPr>
        </p:nvSpPr>
        <p:spPr/>
        <p:txBody>
          <a:bodyPr/>
          <a:lstStyle/>
          <a:p>
            <a:fld id="{4555233D-C793-AC45-9A78-99949ACB9528}" type="datetimeFigureOut">
              <a:rPr lang="en-BD" smtClean="0"/>
              <a:t>13/3/23</a:t>
            </a:fld>
            <a:endParaRPr lang="en-BD"/>
          </a:p>
        </p:txBody>
      </p:sp>
      <p:sp>
        <p:nvSpPr>
          <p:cNvPr id="6" name="Footer Placeholder 5"/>
          <p:cNvSpPr>
            <a:spLocks noGrp="1"/>
          </p:cNvSpPr>
          <p:nvPr>
            <p:ph type="ftr" sz="quarter" idx="11"/>
          </p:nvPr>
        </p:nvSpPr>
        <p:spPr/>
        <p:txBody>
          <a:bodyPr/>
          <a:lstStyle/>
          <a:p>
            <a:endParaRPr lang="en-BD"/>
          </a:p>
        </p:txBody>
      </p:sp>
      <p:sp>
        <p:nvSpPr>
          <p:cNvPr id="9"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p:txBody>
          <a:bodyPr/>
          <a:lstStyle/>
          <a:p>
            <a:fld id="{8408947F-F893-394B-A2D8-9789627AC9C5}" type="slidenum">
              <a:rPr lang="en-BD" smtClean="0"/>
              <a:t>‹#›</a:t>
            </a:fld>
            <a:endParaRPr lang="en-BD"/>
          </a:p>
        </p:txBody>
      </p:sp>
    </p:spTree>
    <p:extLst>
      <p:ext uri="{BB962C8B-B14F-4D97-AF65-F5344CB8AC3E}">
        <p14:creationId xmlns:p14="http://schemas.microsoft.com/office/powerpoint/2010/main" val="270297281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589213" y="4800600"/>
            <a:ext cx="8915400" cy="566738"/>
          </a:xfrm>
        </p:spPr>
        <p:txBody>
          <a:bodyPr anchor="b">
            <a:normAutofit/>
          </a:bodyPr>
          <a:lstStyle>
            <a:lvl1pPr algn="l">
              <a:defRPr sz="2400" b="0"/>
            </a:lvl1pPr>
          </a:lstStyle>
          <a:p>
            <a:r>
              <a:rPr lang="en-GB"/>
              <a:t>Click to edit Master title style</a:t>
            </a:r>
            <a:endParaRPr lang="en-US" dirty="0"/>
          </a:p>
        </p:txBody>
      </p:sp>
      <p:sp>
        <p:nvSpPr>
          <p:cNvPr id="3" name="Picture Placeholder 2"/>
          <p:cNvSpPr>
            <a:spLocks noGrp="1" noChangeAspect="1"/>
          </p:cNvSpPr>
          <p:nvPr>
            <p:ph type="pic" idx="1"/>
          </p:nvPr>
        </p:nvSpPr>
        <p:spPr>
          <a:xfrm>
            <a:off x="2589212" y="634965"/>
            <a:ext cx="8915400" cy="3854970"/>
          </a:xfr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GB"/>
              <a:t>Click icon to add picture</a:t>
            </a:r>
            <a:endParaRPr lang="en-US" dirty="0"/>
          </a:p>
        </p:txBody>
      </p:sp>
      <p:sp>
        <p:nvSpPr>
          <p:cNvPr id="4" name="Text Placeholder 3"/>
          <p:cNvSpPr>
            <a:spLocks noGrp="1"/>
          </p:cNvSpPr>
          <p:nvPr>
            <p:ph type="body" sz="half" idx="2"/>
          </p:nvPr>
        </p:nvSpPr>
        <p:spPr>
          <a:xfrm>
            <a:off x="2589213" y="5367338"/>
            <a:ext cx="8915400" cy="493712"/>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GB"/>
              <a:t>Click to edit Master text styles</a:t>
            </a:r>
          </a:p>
        </p:txBody>
      </p:sp>
      <p:sp>
        <p:nvSpPr>
          <p:cNvPr id="5" name="Date Placeholder 4"/>
          <p:cNvSpPr>
            <a:spLocks noGrp="1"/>
          </p:cNvSpPr>
          <p:nvPr>
            <p:ph type="dt" sz="half" idx="10"/>
          </p:nvPr>
        </p:nvSpPr>
        <p:spPr/>
        <p:txBody>
          <a:bodyPr/>
          <a:lstStyle/>
          <a:p>
            <a:fld id="{4555233D-C793-AC45-9A78-99949ACB9528}" type="datetimeFigureOut">
              <a:rPr lang="en-BD" smtClean="0"/>
              <a:t>13/3/23</a:t>
            </a:fld>
            <a:endParaRPr lang="en-BD"/>
          </a:p>
        </p:txBody>
      </p:sp>
      <p:sp>
        <p:nvSpPr>
          <p:cNvPr id="6" name="Footer Placeholder 5"/>
          <p:cNvSpPr>
            <a:spLocks noGrp="1"/>
          </p:cNvSpPr>
          <p:nvPr>
            <p:ph type="ftr" sz="quarter" idx="11"/>
          </p:nvPr>
        </p:nvSpPr>
        <p:spPr/>
        <p:txBody>
          <a:bodyPr/>
          <a:lstStyle/>
          <a:p>
            <a:endParaRPr lang="en-BD"/>
          </a:p>
        </p:txBody>
      </p:sp>
      <p:sp>
        <p:nvSpPr>
          <p:cNvPr id="9" name="Freeform 11"/>
          <p:cNvSpPr/>
          <p:nvPr/>
        </p:nvSpPr>
        <p:spPr bwMode="auto">
          <a:xfrm flipV="1">
            <a:off x="-4189" y="491172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a:xfrm>
            <a:off x="531812" y="4983087"/>
            <a:ext cx="779767" cy="365125"/>
          </a:xfrm>
        </p:spPr>
        <p:txBody>
          <a:bodyPr/>
          <a:lstStyle/>
          <a:p>
            <a:fld id="{8408947F-F893-394B-A2D8-9789627AC9C5}" type="slidenum">
              <a:rPr lang="en-BD" smtClean="0"/>
              <a:t>‹#›</a:t>
            </a:fld>
            <a:endParaRPr lang="en-BD"/>
          </a:p>
        </p:txBody>
      </p:sp>
    </p:spTree>
    <p:extLst>
      <p:ext uri="{BB962C8B-B14F-4D97-AF65-F5344CB8AC3E}">
        <p14:creationId xmlns:p14="http://schemas.microsoft.com/office/powerpoint/2010/main" val="303735852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2589212" y="609600"/>
            <a:ext cx="8915399" cy="3117040"/>
          </a:xfrm>
        </p:spPr>
        <p:txBody>
          <a:bodyPr anchor="ctr">
            <a:normAutofit/>
          </a:bodyPr>
          <a:lstStyle>
            <a:lvl1pPr algn="l">
              <a:defRPr sz="4800" b="0" cap="none"/>
            </a:lvl1pPr>
          </a:lstStyle>
          <a:p>
            <a:r>
              <a:rPr lang="en-GB"/>
              <a:t>Click to edit Master title style</a:t>
            </a:r>
            <a:endParaRPr lang="en-US" dirty="0"/>
          </a:p>
        </p:txBody>
      </p:sp>
      <p:sp>
        <p:nvSpPr>
          <p:cNvPr id="3" name="Text Placeholder 2"/>
          <p:cNvSpPr>
            <a:spLocks noGrp="1"/>
          </p:cNvSpPr>
          <p:nvPr>
            <p:ph type="body" idx="1"/>
          </p:nvPr>
        </p:nvSpPr>
        <p:spPr>
          <a:xfrm>
            <a:off x="2589212" y="4354046"/>
            <a:ext cx="8915399" cy="1555864"/>
          </a:xfrm>
        </p:spPr>
        <p:txBody>
          <a:bodyPr anchor="ctr">
            <a:normAutofit/>
          </a:bodyPr>
          <a:lstStyle>
            <a:lvl1pPr marL="0" indent="0" algn="l">
              <a:buNone/>
              <a:defRPr sz="1800">
                <a:solidFill>
                  <a:schemeClr val="tx1">
                    <a:lumMod val="65000"/>
                    <a:lumOff val="3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GB"/>
              <a:t>Click to edit Master text styles</a:t>
            </a:r>
          </a:p>
        </p:txBody>
      </p:sp>
      <p:sp>
        <p:nvSpPr>
          <p:cNvPr id="4" name="Date Placeholder 3"/>
          <p:cNvSpPr>
            <a:spLocks noGrp="1"/>
          </p:cNvSpPr>
          <p:nvPr>
            <p:ph type="dt" sz="half" idx="10"/>
          </p:nvPr>
        </p:nvSpPr>
        <p:spPr/>
        <p:txBody>
          <a:bodyPr/>
          <a:lstStyle/>
          <a:p>
            <a:fld id="{4555233D-C793-AC45-9A78-99949ACB9528}" type="datetimeFigureOut">
              <a:rPr lang="en-BD" smtClean="0"/>
              <a:t>13/3/23</a:t>
            </a:fld>
            <a:endParaRPr lang="en-BD"/>
          </a:p>
        </p:txBody>
      </p:sp>
      <p:sp>
        <p:nvSpPr>
          <p:cNvPr id="5" name="Footer Placeholder 4"/>
          <p:cNvSpPr>
            <a:spLocks noGrp="1"/>
          </p:cNvSpPr>
          <p:nvPr>
            <p:ph type="ftr" sz="quarter" idx="11"/>
          </p:nvPr>
        </p:nvSpPr>
        <p:spPr/>
        <p:txBody>
          <a:bodyPr/>
          <a:lstStyle/>
          <a:p>
            <a:endParaRPr lang="en-BD"/>
          </a:p>
        </p:txBody>
      </p:sp>
      <p:sp>
        <p:nvSpPr>
          <p:cNvPr id="9" name="Freeform 11"/>
          <p:cNvSpPr/>
          <p:nvPr/>
        </p:nvSpPr>
        <p:spPr bwMode="auto">
          <a:xfrm flipV="1">
            <a:off x="-4189" y="31781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a:xfrm>
            <a:off x="531812" y="3244139"/>
            <a:ext cx="779767" cy="365125"/>
          </a:xfrm>
        </p:spPr>
        <p:txBody>
          <a:bodyPr/>
          <a:lstStyle/>
          <a:p>
            <a:fld id="{8408947F-F893-394B-A2D8-9789627AC9C5}" type="slidenum">
              <a:rPr lang="en-BD" smtClean="0"/>
              <a:t>‹#›</a:t>
            </a:fld>
            <a:endParaRPr lang="en-BD"/>
          </a:p>
        </p:txBody>
      </p:sp>
    </p:spTree>
    <p:extLst>
      <p:ext uri="{BB962C8B-B14F-4D97-AF65-F5344CB8AC3E}">
        <p14:creationId xmlns:p14="http://schemas.microsoft.com/office/powerpoint/2010/main" val="303306721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849949" y="609600"/>
            <a:ext cx="8393926" cy="2895600"/>
          </a:xfrm>
        </p:spPr>
        <p:txBody>
          <a:bodyPr anchor="ctr">
            <a:normAutofit/>
          </a:bodyPr>
          <a:lstStyle>
            <a:lvl1pPr algn="l">
              <a:defRPr sz="4800" b="0" cap="none"/>
            </a:lvl1pPr>
          </a:lstStyle>
          <a:p>
            <a:r>
              <a:rPr lang="en-GB"/>
              <a:t>Click to edit Master title style</a:t>
            </a:r>
            <a:endParaRPr lang="en-US" dirty="0"/>
          </a:p>
        </p:txBody>
      </p:sp>
      <p:sp>
        <p:nvSpPr>
          <p:cNvPr id="13" name="Text Placeholder 9"/>
          <p:cNvSpPr>
            <a:spLocks noGrp="1"/>
          </p:cNvSpPr>
          <p:nvPr>
            <p:ph type="body" sz="quarter" idx="13"/>
          </p:nvPr>
        </p:nvSpPr>
        <p:spPr>
          <a:xfrm>
            <a:off x="3275012" y="3505200"/>
            <a:ext cx="7536554" cy="381000"/>
          </a:xfrm>
        </p:spPr>
        <p:txBody>
          <a:bodyPr anchor="ctr">
            <a:noAutofit/>
          </a:bodyPr>
          <a:lstStyle>
            <a:lvl1pPr marL="0" indent="0">
              <a:buFontTx/>
              <a:buNone/>
              <a:defRPr sz="1600">
                <a:solidFill>
                  <a:schemeClr val="tx1">
                    <a:lumMod val="50000"/>
                    <a:lumOff val="50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GB"/>
              <a:t>Click to edit Master text styles</a:t>
            </a:r>
          </a:p>
        </p:txBody>
      </p:sp>
      <p:sp>
        <p:nvSpPr>
          <p:cNvPr id="3" name="Text Placeholder 2"/>
          <p:cNvSpPr>
            <a:spLocks noGrp="1"/>
          </p:cNvSpPr>
          <p:nvPr>
            <p:ph type="body" idx="1"/>
          </p:nvPr>
        </p:nvSpPr>
        <p:spPr>
          <a:xfrm>
            <a:off x="2589212" y="4354046"/>
            <a:ext cx="8915399" cy="1555864"/>
          </a:xfrm>
        </p:spPr>
        <p:txBody>
          <a:bodyPr anchor="ctr">
            <a:normAutofit/>
          </a:bodyPr>
          <a:lstStyle>
            <a:lvl1pPr marL="0" indent="0" algn="l">
              <a:buNone/>
              <a:defRPr sz="1800">
                <a:solidFill>
                  <a:schemeClr val="tx1">
                    <a:lumMod val="65000"/>
                    <a:lumOff val="3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GB"/>
              <a:t>Click to edit Master text styles</a:t>
            </a:r>
          </a:p>
        </p:txBody>
      </p:sp>
      <p:sp>
        <p:nvSpPr>
          <p:cNvPr id="4" name="Date Placeholder 3"/>
          <p:cNvSpPr>
            <a:spLocks noGrp="1"/>
          </p:cNvSpPr>
          <p:nvPr>
            <p:ph type="dt" sz="half" idx="10"/>
          </p:nvPr>
        </p:nvSpPr>
        <p:spPr/>
        <p:txBody>
          <a:bodyPr/>
          <a:lstStyle/>
          <a:p>
            <a:fld id="{4555233D-C793-AC45-9A78-99949ACB9528}" type="datetimeFigureOut">
              <a:rPr lang="en-BD" smtClean="0"/>
              <a:t>13/3/23</a:t>
            </a:fld>
            <a:endParaRPr lang="en-BD"/>
          </a:p>
        </p:txBody>
      </p:sp>
      <p:sp>
        <p:nvSpPr>
          <p:cNvPr id="5" name="Footer Placeholder 4"/>
          <p:cNvSpPr>
            <a:spLocks noGrp="1"/>
          </p:cNvSpPr>
          <p:nvPr>
            <p:ph type="ftr" sz="quarter" idx="11"/>
          </p:nvPr>
        </p:nvSpPr>
        <p:spPr/>
        <p:txBody>
          <a:bodyPr/>
          <a:lstStyle/>
          <a:p>
            <a:endParaRPr lang="en-BD"/>
          </a:p>
        </p:txBody>
      </p:sp>
      <p:sp>
        <p:nvSpPr>
          <p:cNvPr id="11" name="Freeform 11"/>
          <p:cNvSpPr/>
          <p:nvPr/>
        </p:nvSpPr>
        <p:spPr bwMode="auto">
          <a:xfrm flipV="1">
            <a:off x="-4189" y="31781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a:xfrm>
            <a:off x="531812" y="3244139"/>
            <a:ext cx="779767" cy="365125"/>
          </a:xfrm>
        </p:spPr>
        <p:txBody>
          <a:bodyPr/>
          <a:lstStyle/>
          <a:p>
            <a:fld id="{8408947F-F893-394B-A2D8-9789627AC9C5}" type="slidenum">
              <a:rPr lang="en-BD" smtClean="0"/>
              <a:t>‹#›</a:t>
            </a:fld>
            <a:endParaRPr lang="en-BD"/>
          </a:p>
        </p:txBody>
      </p:sp>
      <p:sp>
        <p:nvSpPr>
          <p:cNvPr id="14" name="TextBox 13"/>
          <p:cNvSpPr txBox="1"/>
          <p:nvPr/>
        </p:nvSpPr>
        <p:spPr>
          <a:xfrm>
            <a:off x="2467652" y="648005"/>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a:rPr>
              <a:t>“</a:t>
            </a:r>
          </a:p>
        </p:txBody>
      </p:sp>
      <p:sp>
        <p:nvSpPr>
          <p:cNvPr id="15" name="TextBox 14"/>
          <p:cNvSpPr txBox="1"/>
          <p:nvPr/>
        </p:nvSpPr>
        <p:spPr>
          <a:xfrm>
            <a:off x="11114852" y="290530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a:rPr>
              <a:t>”</a:t>
            </a:r>
          </a:p>
        </p:txBody>
      </p:sp>
    </p:spTree>
    <p:extLst>
      <p:ext uri="{BB962C8B-B14F-4D97-AF65-F5344CB8AC3E}">
        <p14:creationId xmlns:p14="http://schemas.microsoft.com/office/powerpoint/2010/main" val="1443508915"/>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2589213" y="2438400"/>
            <a:ext cx="8915400" cy="2724845"/>
          </a:xfrm>
        </p:spPr>
        <p:txBody>
          <a:bodyPr anchor="b">
            <a:normAutofit/>
          </a:bodyPr>
          <a:lstStyle>
            <a:lvl1pPr algn="l">
              <a:defRPr sz="4800" b="0"/>
            </a:lvl1pPr>
          </a:lstStyle>
          <a:p>
            <a:r>
              <a:rPr lang="en-GB"/>
              <a:t>Click to edit Master title style</a:t>
            </a:r>
            <a:endParaRPr lang="en-US" dirty="0"/>
          </a:p>
        </p:txBody>
      </p:sp>
      <p:sp>
        <p:nvSpPr>
          <p:cNvPr id="4" name="Text Placeholder 3"/>
          <p:cNvSpPr>
            <a:spLocks noGrp="1"/>
          </p:cNvSpPr>
          <p:nvPr>
            <p:ph type="body" sz="half" idx="2"/>
          </p:nvPr>
        </p:nvSpPr>
        <p:spPr>
          <a:xfrm>
            <a:off x="2589213" y="5181600"/>
            <a:ext cx="8915400" cy="729622"/>
          </a:xfrm>
        </p:spPr>
        <p:txBody>
          <a:bodyPr vert="horz" lIns="91440" tIns="45720" rIns="91440" bIns="45720" rtlCol="0" anchor="t">
            <a:normAutofit/>
          </a:bodyPr>
          <a:lstStyle>
            <a:lvl1pPr>
              <a:buNone/>
              <a:defRPr lang="en-US">
                <a:solidFill>
                  <a:schemeClr val="tx1">
                    <a:lumMod val="65000"/>
                    <a:lumOff val="35000"/>
                  </a:schemeClr>
                </a:solidFill>
              </a:defRPr>
            </a:lvl1pPr>
          </a:lstStyle>
          <a:p>
            <a:pPr marL="0" lvl="0" indent="0">
              <a:buNone/>
            </a:pPr>
            <a:r>
              <a:rPr lang="en-GB"/>
              <a:t>Click to edit Master text styles</a:t>
            </a:r>
          </a:p>
        </p:txBody>
      </p:sp>
      <p:sp>
        <p:nvSpPr>
          <p:cNvPr id="5" name="Date Placeholder 4"/>
          <p:cNvSpPr>
            <a:spLocks noGrp="1"/>
          </p:cNvSpPr>
          <p:nvPr>
            <p:ph type="dt" sz="half" idx="10"/>
          </p:nvPr>
        </p:nvSpPr>
        <p:spPr/>
        <p:txBody>
          <a:bodyPr/>
          <a:lstStyle/>
          <a:p>
            <a:fld id="{4555233D-C793-AC45-9A78-99949ACB9528}" type="datetimeFigureOut">
              <a:rPr lang="en-BD" smtClean="0"/>
              <a:t>13/3/23</a:t>
            </a:fld>
            <a:endParaRPr lang="en-BD"/>
          </a:p>
        </p:txBody>
      </p:sp>
      <p:sp>
        <p:nvSpPr>
          <p:cNvPr id="6" name="Footer Placeholder 5"/>
          <p:cNvSpPr>
            <a:spLocks noGrp="1"/>
          </p:cNvSpPr>
          <p:nvPr>
            <p:ph type="ftr" sz="quarter" idx="11"/>
          </p:nvPr>
        </p:nvSpPr>
        <p:spPr/>
        <p:txBody>
          <a:bodyPr/>
          <a:lstStyle/>
          <a:p>
            <a:endParaRPr lang="en-BD"/>
          </a:p>
        </p:txBody>
      </p:sp>
      <p:sp>
        <p:nvSpPr>
          <p:cNvPr id="9" name="Freeform 11"/>
          <p:cNvSpPr/>
          <p:nvPr/>
        </p:nvSpPr>
        <p:spPr bwMode="auto">
          <a:xfrm flipV="1">
            <a:off x="-4189" y="491172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a:xfrm>
            <a:off x="531812" y="4983087"/>
            <a:ext cx="779767" cy="365125"/>
          </a:xfrm>
        </p:spPr>
        <p:txBody>
          <a:bodyPr/>
          <a:lstStyle/>
          <a:p>
            <a:fld id="{8408947F-F893-394B-A2D8-9789627AC9C5}" type="slidenum">
              <a:rPr lang="en-BD" smtClean="0"/>
              <a:t>‹#›</a:t>
            </a:fld>
            <a:endParaRPr lang="en-BD"/>
          </a:p>
        </p:txBody>
      </p:sp>
    </p:spTree>
    <p:extLst>
      <p:ext uri="{BB962C8B-B14F-4D97-AF65-F5344CB8AC3E}">
        <p14:creationId xmlns:p14="http://schemas.microsoft.com/office/powerpoint/2010/main" val="2122393048"/>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12" name="Title 1"/>
          <p:cNvSpPr>
            <a:spLocks noGrp="1"/>
          </p:cNvSpPr>
          <p:nvPr>
            <p:ph type="title"/>
          </p:nvPr>
        </p:nvSpPr>
        <p:spPr>
          <a:xfrm>
            <a:off x="2849949" y="609600"/>
            <a:ext cx="8393926" cy="2895600"/>
          </a:xfrm>
        </p:spPr>
        <p:txBody>
          <a:bodyPr anchor="ctr">
            <a:normAutofit/>
          </a:bodyPr>
          <a:lstStyle>
            <a:lvl1pPr algn="l">
              <a:defRPr sz="4800" b="0" cap="none"/>
            </a:lvl1pPr>
          </a:lstStyle>
          <a:p>
            <a:r>
              <a:rPr lang="en-GB"/>
              <a:t>Click to edit Master title style</a:t>
            </a:r>
            <a:endParaRPr lang="en-US" dirty="0"/>
          </a:p>
        </p:txBody>
      </p:sp>
      <p:sp>
        <p:nvSpPr>
          <p:cNvPr id="21" name="Text Placeholder 9"/>
          <p:cNvSpPr>
            <a:spLocks noGrp="1"/>
          </p:cNvSpPr>
          <p:nvPr>
            <p:ph type="body" sz="quarter" idx="13"/>
          </p:nvPr>
        </p:nvSpPr>
        <p:spPr>
          <a:xfrm>
            <a:off x="2589212" y="4343400"/>
            <a:ext cx="8915400" cy="838200"/>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GB"/>
              <a:t>Click to edit Master text styles</a:t>
            </a:r>
          </a:p>
        </p:txBody>
      </p:sp>
      <p:sp>
        <p:nvSpPr>
          <p:cNvPr id="4" name="Text Placeholder 3"/>
          <p:cNvSpPr>
            <a:spLocks noGrp="1"/>
          </p:cNvSpPr>
          <p:nvPr>
            <p:ph type="body" sz="half" idx="2"/>
          </p:nvPr>
        </p:nvSpPr>
        <p:spPr>
          <a:xfrm>
            <a:off x="2589213" y="5181600"/>
            <a:ext cx="8915400" cy="729622"/>
          </a:xfrm>
        </p:spPr>
        <p:txBody>
          <a:bodyPr vert="horz" lIns="91440" tIns="45720" rIns="91440" bIns="45720" rtlCol="0" anchor="t">
            <a:normAutofit/>
          </a:bodyPr>
          <a:lstStyle>
            <a:lvl1pPr>
              <a:buNone/>
              <a:defRPr lang="en-US">
                <a:solidFill>
                  <a:schemeClr val="tx1">
                    <a:lumMod val="65000"/>
                    <a:lumOff val="35000"/>
                  </a:schemeClr>
                </a:solidFill>
              </a:defRPr>
            </a:lvl1pPr>
          </a:lstStyle>
          <a:p>
            <a:pPr marL="0" lvl="0" indent="0">
              <a:buNone/>
            </a:pPr>
            <a:r>
              <a:rPr lang="en-GB"/>
              <a:t>Click to edit Master text styles</a:t>
            </a:r>
          </a:p>
        </p:txBody>
      </p:sp>
      <p:sp>
        <p:nvSpPr>
          <p:cNvPr id="5" name="Date Placeholder 4"/>
          <p:cNvSpPr>
            <a:spLocks noGrp="1"/>
          </p:cNvSpPr>
          <p:nvPr>
            <p:ph type="dt" sz="half" idx="10"/>
          </p:nvPr>
        </p:nvSpPr>
        <p:spPr/>
        <p:txBody>
          <a:bodyPr/>
          <a:lstStyle/>
          <a:p>
            <a:fld id="{4555233D-C793-AC45-9A78-99949ACB9528}" type="datetimeFigureOut">
              <a:rPr lang="en-BD" smtClean="0"/>
              <a:t>13/3/23</a:t>
            </a:fld>
            <a:endParaRPr lang="en-BD"/>
          </a:p>
        </p:txBody>
      </p:sp>
      <p:sp>
        <p:nvSpPr>
          <p:cNvPr id="6" name="Footer Placeholder 5"/>
          <p:cNvSpPr>
            <a:spLocks noGrp="1"/>
          </p:cNvSpPr>
          <p:nvPr>
            <p:ph type="ftr" sz="quarter" idx="11"/>
          </p:nvPr>
        </p:nvSpPr>
        <p:spPr/>
        <p:txBody>
          <a:bodyPr/>
          <a:lstStyle/>
          <a:p>
            <a:endParaRPr lang="en-BD"/>
          </a:p>
        </p:txBody>
      </p:sp>
      <p:sp>
        <p:nvSpPr>
          <p:cNvPr id="11" name="Freeform 11"/>
          <p:cNvSpPr/>
          <p:nvPr/>
        </p:nvSpPr>
        <p:spPr bwMode="auto">
          <a:xfrm flipV="1">
            <a:off x="-4189" y="491172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a:xfrm>
            <a:off x="531812" y="4983087"/>
            <a:ext cx="779767" cy="365125"/>
          </a:xfrm>
        </p:spPr>
        <p:txBody>
          <a:bodyPr/>
          <a:lstStyle/>
          <a:p>
            <a:fld id="{8408947F-F893-394B-A2D8-9789627AC9C5}" type="slidenum">
              <a:rPr lang="en-BD" smtClean="0"/>
              <a:t>‹#›</a:t>
            </a:fld>
            <a:endParaRPr lang="en-BD"/>
          </a:p>
        </p:txBody>
      </p:sp>
      <p:sp>
        <p:nvSpPr>
          <p:cNvPr id="17" name="TextBox 16"/>
          <p:cNvSpPr txBox="1"/>
          <p:nvPr/>
        </p:nvSpPr>
        <p:spPr>
          <a:xfrm>
            <a:off x="2467652" y="648005"/>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a:rPr>
              <a:t>“</a:t>
            </a:r>
          </a:p>
        </p:txBody>
      </p:sp>
      <p:sp>
        <p:nvSpPr>
          <p:cNvPr id="18" name="TextBox 17"/>
          <p:cNvSpPr txBox="1"/>
          <p:nvPr/>
        </p:nvSpPr>
        <p:spPr>
          <a:xfrm>
            <a:off x="11114852" y="290530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a:rPr>
              <a:t>”</a:t>
            </a:r>
          </a:p>
        </p:txBody>
      </p:sp>
    </p:spTree>
    <p:extLst>
      <p:ext uri="{BB962C8B-B14F-4D97-AF65-F5344CB8AC3E}">
        <p14:creationId xmlns:p14="http://schemas.microsoft.com/office/powerpoint/2010/main" val="3644331694"/>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2589212" y="627407"/>
            <a:ext cx="8915399" cy="2880020"/>
          </a:xfrm>
        </p:spPr>
        <p:txBody>
          <a:bodyPr anchor="ctr">
            <a:normAutofit/>
          </a:bodyPr>
          <a:lstStyle>
            <a:lvl1pPr algn="l">
              <a:defRPr sz="4800" b="0"/>
            </a:lvl1pPr>
          </a:lstStyle>
          <a:p>
            <a:r>
              <a:rPr lang="en-GB"/>
              <a:t>Click to edit Master title style</a:t>
            </a:r>
            <a:endParaRPr lang="en-US" dirty="0"/>
          </a:p>
        </p:txBody>
      </p:sp>
      <p:sp>
        <p:nvSpPr>
          <p:cNvPr id="21" name="Text Placeholder 9"/>
          <p:cNvSpPr>
            <a:spLocks noGrp="1"/>
          </p:cNvSpPr>
          <p:nvPr>
            <p:ph type="body" sz="quarter" idx="13"/>
          </p:nvPr>
        </p:nvSpPr>
        <p:spPr>
          <a:xfrm>
            <a:off x="2589212" y="4343400"/>
            <a:ext cx="8915400" cy="838200"/>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GB"/>
              <a:t>Click to edit Master text styles</a:t>
            </a:r>
          </a:p>
        </p:txBody>
      </p:sp>
      <p:sp>
        <p:nvSpPr>
          <p:cNvPr id="4" name="Text Placeholder 3"/>
          <p:cNvSpPr>
            <a:spLocks noGrp="1"/>
          </p:cNvSpPr>
          <p:nvPr>
            <p:ph type="body" sz="half" idx="2"/>
          </p:nvPr>
        </p:nvSpPr>
        <p:spPr>
          <a:xfrm>
            <a:off x="2589213" y="5181600"/>
            <a:ext cx="8915400" cy="729622"/>
          </a:xfrm>
        </p:spPr>
        <p:txBody>
          <a:bodyPr vert="horz" lIns="91440" tIns="45720" rIns="91440" bIns="45720" rtlCol="0" anchor="t">
            <a:normAutofit/>
          </a:bodyPr>
          <a:lstStyle>
            <a:lvl1pPr>
              <a:buNone/>
              <a:defRPr lang="en-US">
                <a:solidFill>
                  <a:schemeClr val="tx1">
                    <a:lumMod val="65000"/>
                    <a:lumOff val="35000"/>
                  </a:schemeClr>
                </a:solidFill>
              </a:defRPr>
            </a:lvl1pPr>
          </a:lstStyle>
          <a:p>
            <a:pPr marL="0" lvl="0" indent="0">
              <a:buNone/>
            </a:pPr>
            <a:r>
              <a:rPr lang="en-GB"/>
              <a:t>Click to edit Master text styles</a:t>
            </a:r>
          </a:p>
        </p:txBody>
      </p:sp>
      <p:sp>
        <p:nvSpPr>
          <p:cNvPr id="5" name="Date Placeholder 4"/>
          <p:cNvSpPr>
            <a:spLocks noGrp="1"/>
          </p:cNvSpPr>
          <p:nvPr>
            <p:ph type="dt" sz="half" idx="10"/>
          </p:nvPr>
        </p:nvSpPr>
        <p:spPr/>
        <p:txBody>
          <a:bodyPr/>
          <a:lstStyle/>
          <a:p>
            <a:fld id="{4555233D-C793-AC45-9A78-99949ACB9528}" type="datetimeFigureOut">
              <a:rPr lang="en-BD" smtClean="0"/>
              <a:t>13/3/23</a:t>
            </a:fld>
            <a:endParaRPr lang="en-BD"/>
          </a:p>
        </p:txBody>
      </p:sp>
      <p:sp>
        <p:nvSpPr>
          <p:cNvPr id="6" name="Footer Placeholder 5"/>
          <p:cNvSpPr>
            <a:spLocks noGrp="1"/>
          </p:cNvSpPr>
          <p:nvPr>
            <p:ph type="ftr" sz="quarter" idx="11"/>
          </p:nvPr>
        </p:nvSpPr>
        <p:spPr/>
        <p:txBody>
          <a:bodyPr/>
          <a:lstStyle/>
          <a:p>
            <a:endParaRPr lang="en-BD"/>
          </a:p>
        </p:txBody>
      </p:sp>
      <p:sp>
        <p:nvSpPr>
          <p:cNvPr id="9" name="Freeform 11"/>
          <p:cNvSpPr/>
          <p:nvPr/>
        </p:nvSpPr>
        <p:spPr bwMode="auto">
          <a:xfrm flipV="1">
            <a:off x="-4189" y="491172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a:xfrm>
            <a:off x="531812" y="4983087"/>
            <a:ext cx="779767" cy="365125"/>
          </a:xfrm>
        </p:spPr>
        <p:txBody>
          <a:bodyPr/>
          <a:lstStyle/>
          <a:p>
            <a:fld id="{8408947F-F893-394B-A2D8-9789627AC9C5}" type="slidenum">
              <a:rPr lang="en-BD" smtClean="0"/>
              <a:t>‹#›</a:t>
            </a:fld>
            <a:endParaRPr lang="en-BD"/>
          </a:p>
        </p:txBody>
      </p:sp>
    </p:spTree>
    <p:extLst>
      <p:ext uri="{BB962C8B-B14F-4D97-AF65-F5344CB8AC3E}">
        <p14:creationId xmlns:p14="http://schemas.microsoft.com/office/powerpoint/2010/main" val="3622133611"/>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t>Click to edit Master title style</a:t>
            </a:r>
            <a:endParaRPr lang="en-US" dirty="0"/>
          </a:p>
        </p:txBody>
      </p:sp>
      <p:sp>
        <p:nvSpPr>
          <p:cNvPr id="3" name="Vertical Text Placeholder 2"/>
          <p:cNvSpPr>
            <a:spLocks noGrp="1"/>
          </p:cNvSpPr>
          <p:nvPr>
            <p:ph type="body" orient="vert" idx="1"/>
          </p:nvPr>
        </p:nvSpPr>
        <p:spPr/>
        <p:txBody>
          <a:bodyPr vert="eaVert" ancho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4" name="Date Placeholder 3"/>
          <p:cNvSpPr>
            <a:spLocks noGrp="1"/>
          </p:cNvSpPr>
          <p:nvPr>
            <p:ph type="dt" sz="half" idx="10"/>
          </p:nvPr>
        </p:nvSpPr>
        <p:spPr/>
        <p:txBody>
          <a:bodyPr/>
          <a:lstStyle/>
          <a:p>
            <a:fld id="{4555233D-C793-AC45-9A78-99949ACB9528}" type="datetimeFigureOut">
              <a:rPr lang="en-BD" smtClean="0"/>
              <a:t>13/3/23</a:t>
            </a:fld>
            <a:endParaRPr lang="en-BD"/>
          </a:p>
        </p:txBody>
      </p:sp>
      <p:sp>
        <p:nvSpPr>
          <p:cNvPr id="5" name="Footer Placeholder 4"/>
          <p:cNvSpPr>
            <a:spLocks noGrp="1"/>
          </p:cNvSpPr>
          <p:nvPr>
            <p:ph type="ftr" sz="quarter" idx="11"/>
          </p:nvPr>
        </p:nvSpPr>
        <p:spPr/>
        <p:txBody>
          <a:bodyPr/>
          <a:lstStyle/>
          <a:p>
            <a:endParaRPr lang="en-BD"/>
          </a:p>
        </p:txBody>
      </p:sp>
      <p:sp>
        <p:nvSpPr>
          <p:cNvPr id="8"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p:txBody>
          <a:bodyPr/>
          <a:lstStyle/>
          <a:p>
            <a:fld id="{8408947F-F893-394B-A2D8-9789627AC9C5}" type="slidenum">
              <a:rPr lang="en-BD" smtClean="0"/>
              <a:t>‹#›</a:t>
            </a:fld>
            <a:endParaRPr lang="en-BD"/>
          </a:p>
        </p:txBody>
      </p:sp>
    </p:spTree>
    <p:extLst>
      <p:ext uri="{BB962C8B-B14F-4D97-AF65-F5344CB8AC3E}">
        <p14:creationId xmlns:p14="http://schemas.microsoft.com/office/powerpoint/2010/main" val="1334034280"/>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9294812" y="627405"/>
            <a:ext cx="2207601" cy="5283817"/>
          </a:xfrm>
        </p:spPr>
        <p:txBody>
          <a:bodyPr vert="eaVert" anchor="ctr"/>
          <a:lstStyle/>
          <a:p>
            <a:r>
              <a:rPr lang="en-GB"/>
              <a:t>Click to edit Master title style</a:t>
            </a:r>
            <a:endParaRPr lang="en-US" dirty="0"/>
          </a:p>
        </p:txBody>
      </p:sp>
      <p:sp>
        <p:nvSpPr>
          <p:cNvPr id="3" name="Vertical Text Placeholder 2"/>
          <p:cNvSpPr>
            <a:spLocks noGrp="1"/>
          </p:cNvSpPr>
          <p:nvPr>
            <p:ph type="body" orient="vert" idx="1"/>
          </p:nvPr>
        </p:nvSpPr>
        <p:spPr>
          <a:xfrm>
            <a:off x="2589212" y="627405"/>
            <a:ext cx="6477000" cy="5283817"/>
          </a:xfrm>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4" name="Date Placeholder 3"/>
          <p:cNvSpPr>
            <a:spLocks noGrp="1"/>
          </p:cNvSpPr>
          <p:nvPr>
            <p:ph type="dt" sz="half" idx="10"/>
          </p:nvPr>
        </p:nvSpPr>
        <p:spPr/>
        <p:txBody>
          <a:bodyPr/>
          <a:lstStyle/>
          <a:p>
            <a:fld id="{4555233D-C793-AC45-9A78-99949ACB9528}" type="datetimeFigureOut">
              <a:rPr lang="en-BD" smtClean="0"/>
              <a:t>13/3/23</a:t>
            </a:fld>
            <a:endParaRPr lang="en-BD"/>
          </a:p>
        </p:txBody>
      </p:sp>
      <p:sp>
        <p:nvSpPr>
          <p:cNvPr id="5" name="Footer Placeholder 4"/>
          <p:cNvSpPr>
            <a:spLocks noGrp="1"/>
          </p:cNvSpPr>
          <p:nvPr>
            <p:ph type="ftr" sz="quarter" idx="11"/>
          </p:nvPr>
        </p:nvSpPr>
        <p:spPr/>
        <p:txBody>
          <a:bodyPr/>
          <a:lstStyle/>
          <a:p>
            <a:endParaRPr lang="en-BD"/>
          </a:p>
        </p:txBody>
      </p:sp>
      <p:sp>
        <p:nvSpPr>
          <p:cNvPr id="8"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p:txBody>
          <a:bodyPr/>
          <a:lstStyle/>
          <a:p>
            <a:fld id="{8408947F-F893-394B-A2D8-9789627AC9C5}" type="slidenum">
              <a:rPr lang="en-BD" smtClean="0"/>
              <a:t>‹#›</a:t>
            </a:fld>
            <a:endParaRPr lang="en-BD"/>
          </a:p>
        </p:txBody>
      </p:sp>
    </p:spTree>
    <p:extLst>
      <p:ext uri="{BB962C8B-B14F-4D97-AF65-F5344CB8AC3E}">
        <p14:creationId xmlns:p14="http://schemas.microsoft.com/office/powerpoint/2010/main" val="373241950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grpSp>
        <p:nvGrpSpPr>
          <p:cNvPr id="23" name="Group 22"/>
          <p:cNvGrpSpPr/>
          <p:nvPr/>
        </p:nvGrpSpPr>
        <p:grpSpPr>
          <a:xfrm>
            <a:off x="1" y="228600"/>
            <a:ext cx="2851516" cy="6638628"/>
            <a:chOff x="2487613" y="285750"/>
            <a:chExt cx="2428875" cy="5654676"/>
          </a:xfrm>
        </p:grpSpPr>
        <p:sp>
          <p:nvSpPr>
            <p:cNvPr id="24" name="Freeform 11"/>
            <p:cNvSpPr/>
            <p:nvPr/>
          </p:nvSpPr>
          <p:spPr bwMode="auto">
            <a:xfrm>
              <a:off x="2487613" y="2284413"/>
              <a:ext cx="85725" cy="533400"/>
            </a:xfrm>
            <a:custGeom>
              <a:avLst/>
              <a:gdLst/>
              <a:ahLst/>
              <a:cxnLst/>
              <a:rect l="0" t="0" r="r" b="b"/>
              <a:pathLst>
                <a:path w="22" h="136">
                  <a:moveTo>
                    <a:pt x="22" y="136"/>
                  </a:moveTo>
                  <a:cubicBezTo>
                    <a:pt x="20" y="117"/>
                    <a:pt x="19" y="99"/>
                    <a:pt x="17" y="80"/>
                  </a:cubicBezTo>
                  <a:cubicBezTo>
                    <a:pt x="11" y="54"/>
                    <a:pt x="6" y="27"/>
                    <a:pt x="0" y="0"/>
                  </a:cubicBezTo>
                  <a:cubicBezTo>
                    <a:pt x="0" y="35"/>
                    <a:pt x="0" y="35"/>
                    <a:pt x="0" y="35"/>
                  </a:cubicBezTo>
                  <a:cubicBezTo>
                    <a:pt x="6" y="64"/>
                    <a:pt x="13" y="94"/>
                    <a:pt x="20" y="124"/>
                  </a:cubicBezTo>
                  <a:cubicBezTo>
                    <a:pt x="20" y="128"/>
                    <a:pt x="21" y="132"/>
                    <a:pt x="22" y="136"/>
                  </a:cubicBezTo>
                  <a:close/>
                </a:path>
              </a:pathLst>
            </a:custGeom>
            <a:solidFill>
              <a:schemeClr val="tx2">
                <a:alpha val="20000"/>
              </a:schemeClr>
            </a:solidFill>
            <a:ln>
              <a:noFill/>
            </a:ln>
          </p:spPr>
        </p:sp>
        <p:sp>
          <p:nvSpPr>
            <p:cNvPr id="25" name="Freeform 12"/>
            <p:cNvSpPr/>
            <p:nvPr/>
          </p:nvSpPr>
          <p:spPr bwMode="auto">
            <a:xfrm>
              <a:off x="2597151" y="2779713"/>
              <a:ext cx="550863" cy="1978025"/>
            </a:xfrm>
            <a:custGeom>
              <a:avLst/>
              <a:gdLst/>
              <a:ahLst/>
              <a:cxnLst/>
              <a:rect l="0" t="0" r="r" b="b"/>
              <a:pathLst>
                <a:path w="140" h="504">
                  <a:moveTo>
                    <a:pt x="86" y="350"/>
                  </a:moveTo>
                  <a:cubicBezTo>
                    <a:pt x="103" y="402"/>
                    <a:pt x="120" y="453"/>
                    <a:pt x="139" y="504"/>
                  </a:cubicBezTo>
                  <a:cubicBezTo>
                    <a:pt x="139" y="495"/>
                    <a:pt x="139" y="487"/>
                    <a:pt x="140" y="478"/>
                  </a:cubicBezTo>
                  <a:cubicBezTo>
                    <a:pt x="124" y="435"/>
                    <a:pt x="109" y="391"/>
                    <a:pt x="95" y="347"/>
                  </a:cubicBezTo>
                  <a:cubicBezTo>
                    <a:pt x="58" y="233"/>
                    <a:pt x="27" y="117"/>
                    <a:pt x="0" y="0"/>
                  </a:cubicBezTo>
                  <a:cubicBezTo>
                    <a:pt x="2" y="20"/>
                    <a:pt x="4" y="41"/>
                    <a:pt x="6" y="61"/>
                  </a:cubicBezTo>
                  <a:cubicBezTo>
                    <a:pt x="30" y="158"/>
                    <a:pt x="56" y="255"/>
                    <a:pt x="86" y="350"/>
                  </a:cubicBezTo>
                  <a:close/>
                </a:path>
              </a:pathLst>
            </a:custGeom>
            <a:solidFill>
              <a:schemeClr val="tx2">
                <a:alpha val="20000"/>
              </a:schemeClr>
            </a:solidFill>
            <a:ln>
              <a:noFill/>
            </a:ln>
          </p:spPr>
        </p:sp>
        <p:sp>
          <p:nvSpPr>
            <p:cNvPr id="26" name="Freeform 13"/>
            <p:cNvSpPr/>
            <p:nvPr/>
          </p:nvSpPr>
          <p:spPr bwMode="auto">
            <a:xfrm>
              <a:off x="3175001" y="4730750"/>
              <a:ext cx="519113" cy="1209675"/>
            </a:xfrm>
            <a:custGeom>
              <a:avLst/>
              <a:gdLst/>
              <a:ahLst/>
              <a:cxnLst/>
              <a:rect l="0" t="0" r="r" b="b"/>
              <a:pathLst>
                <a:path w="132" h="308">
                  <a:moveTo>
                    <a:pt x="8" y="22"/>
                  </a:moveTo>
                  <a:cubicBezTo>
                    <a:pt x="5" y="15"/>
                    <a:pt x="2" y="8"/>
                    <a:pt x="0" y="0"/>
                  </a:cubicBezTo>
                  <a:cubicBezTo>
                    <a:pt x="0" y="10"/>
                    <a:pt x="0" y="19"/>
                    <a:pt x="0" y="29"/>
                  </a:cubicBezTo>
                  <a:cubicBezTo>
                    <a:pt x="21" y="85"/>
                    <a:pt x="44" y="140"/>
                    <a:pt x="68" y="194"/>
                  </a:cubicBezTo>
                  <a:cubicBezTo>
                    <a:pt x="85" y="232"/>
                    <a:pt x="104" y="270"/>
                    <a:pt x="123" y="308"/>
                  </a:cubicBezTo>
                  <a:cubicBezTo>
                    <a:pt x="132" y="308"/>
                    <a:pt x="132" y="308"/>
                    <a:pt x="132" y="308"/>
                  </a:cubicBezTo>
                  <a:cubicBezTo>
                    <a:pt x="113" y="269"/>
                    <a:pt x="94" y="230"/>
                    <a:pt x="77" y="190"/>
                  </a:cubicBezTo>
                  <a:cubicBezTo>
                    <a:pt x="52" y="135"/>
                    <a:pt x="29" y="79"/>
                    <a:pt x="8" y="22"/>
                  </a:cubicBezTo>
                  <a:close/>
                </a:path>
              </a:pathLst>
            </a:custGeom>
            <a:solidFill>
              <a:schemeClr val="tx2">
                <a:alpha val="20000"/>
              </a:schemeClr>
            </a:solidFill>
            <a:ln>
              <a:noFill/>
            </a:ln>
          </p:spPr>
        </p:sp>
        <p:sp>
          <p:nvSpPr>
            <p:cNvPr id="27" name="Freeform 14"/>
            <p:cNvSpPr/>
            <p:nvPr/>
          </p:nvSpPr>
          <p:spPr bwMode="auto">
            <a:xfrm>
              <a:off x="3305176" y="5630863"/>
              <a:ext cx="146050" cy="309563"/>
            </a:xfrm>
            <a:custGeom>
              <a:avLst/>
              <a:gdLst/>
              <a:ahLst/>
              <a:cxnLst/>
              <a:rect l="0" t="0" r="r" b="b"/>
              <a:pathLst>
                <a:path w="37" h="79">
                  <a:moveTo>
                    <a:pt x="28" y="79"/>
                  </a:moveTo>
                  <a:cubicBezTo>
                    <a:pt x="37" y="79"/>
                    <a:pt x="37" y="79"/>
                    <a:pt x="37" y="79"/>
                  </a:cubicBezTo>
                  <a:cubicBezTo>
                    <a:pt x="24" y="53"/>
                    <a:pt x="12" y="27"/>
                    <a:pt x="0" y="0"/>
                  </a:cubicBezTo>
                  <a:cubicBezTo>
                    <a:pt x="8" y="27"/>
                    <a:pt x="17" y="53"/>
                    <a:pt x="28" y="79"/>
                  </a:cubicBezTo>
                  <a:close/>
                </a:path>
              </a:pathLst>
            </a:custGeom>
            <a:solidFill>
              <a:schemeClr val="tx2">
                <a:alpha val="20000"/>
              </a:schemeClr>
            </a:solidFill>
            <a:ln>
              <a:noFill/>
            </a:ln>
          </p:spPr>
        </p:sp>
        <p:sp>
          <p:nvSpPr>
            <p:cNvPr id="28" name="Freeform 15"/>
            <p:cNvSpPr/>
            <p:nvPr/>
          </p:nvSpPr>
          <p:spPr bwMode="auto">
            <a:xfrm>
              <a:off x="2573338" y="2817813"/>
              <a:ext cx="700088" cy="2835275"/>
            </a:xfrm>
            <a:custGeom>
              <a:avLst/>
              <a:gdLst/>
              <a:ahLst/>
              <a:cxnLst/>
              <a:rect l="0" t="0" r="r" b="b"/>
              <a:pathLst>
                <a:path w="178" h="722">
                  <a:moveTo>
                    <a:pt x="162" y="660"/>
                  </a:moveTo>
                  <a:cubicBezTo>
                    <a:pt x="145" y="618"/>
                    <a:pt x="130" y="576"/>
                    <a:pt x="116" y="534"/>
                  </a:cubicBezTo>
                  <a:cubicBezTo>
                    <a:pt x="84" y="437"/>
                    <a:pt x="59" y="337"/>
                    <a:pt x="40" y="236"/>
                  </a:cubicBezTo>
                  <a:cubicBezTo>
                    <a:pt x="29" y="175"/>
                    <a:pt x="20" y="113"/>
                    <a:pt x="12" y="51"/>
                  </a:cubicBezTo>
                  <a:cubicBezTo>
                    <a:pt x="8" y="34"/>
                    <a:pt x="4" y="17"/>
                    <a:pt x="0" y="0"/>
                  </a:cubicBezTo>
                  <a:cubicBezTo>
                    <a:pt x="8" y="79"/>
                    <a:pt x="19" y="159"/>
                    <a:pt x="33" y="237"/>
                  </a:cubicBezTo>
                  <a:cubicBezTo>
                    <a:pt x="51" y="339"/>
                    <a:pt x="76" y="439"/>
                    <a:pt x="107" y="537"/>
                  </a:cubicBezTo>
                  <a:cubicBezTo>
                    <a:pt x="123" y="586"/>
                    <a:pt x="141" y="634"/>
                    <a:pt x="160" y="681"/>
                  </a:cubicBezTo>
                  <a:cubicBezTo>
                    <a:pt x="166" y="695"/>
                    <a:pt x="172" y="708"/>
                    <a:pt x="178" y="722"/>
                  </a:cubicBezTo>
                  <a:cubicBezTo>
                    <a:pt x="176" y="717"/>
                    <a:pt x="175" y="713"/>
                    <a:pt x="174" y="708"/>
                  </a:cubicBezTo>
                  <a:cubicBezTo>
                    <a:pt x="169" y="692"/>
                    <a:pt x="165" y="676"/>
                    <a:pt x="162" y="660"/>
                  </a:cubicBezTo>
                  <a:close/>
                </a:path>
              </a:pathLst>
            </a:custGeom>
            <a:solidFill>
              <a:schemeClr val="tx2">
                <a:alpha val="20000"/>
              </a:schemeClr>
            </a:solidFill>
            <a:ln>
              <a:noFill/>
            </a:ln>
          </p:spPr>
        </p:sp>
        <p:sp>
          <p:nvSpPr>
            <p:cNvPr id="29" name="Freeform 16"/>
            <p:cNvSpPr/>
            <p:nvPr/>
          </p:nvSpPr>
          <p:spPr bwMode="auto">
            <a:xfrm>
              <a:off x="2506663" y="285750"/>
              <a:ext cx="90488" cy="2493963"/>
            </a:xfrm>
            <a:custGeom>
              <a:avLst/>
              <a:gdLst/>
              <a:ahLst/>
              <a:cxnLst/>
              <a:rect l="0" t="0" r="r" b="b"/>
              <a:pathLst>
                <a:path w="23" h="635">
                  <a:moveTo>
                    <a:pt x="11" y="577"/>
                  </a:moveTo>
                  <a:cubicBezTo>
                    <a:pt x="12" y="581"/>
                    <a:pt x="12" y="585"/>
                    <a:pt x="12" y="589"/>
                  </a:cubicBezTo>
                  <a:cubicBezTo>
                    <a:pt x="15" y="603"/>
                    <a:pt x="19" y="617"/>
                    <a:pt x="22" y="632"/>
                  </a:cubicBezTo>
                  <a:cubicBezTo>
                    <a:pt x="22" y="633"/>
                    <a:pt x="22" y="634"/>
                    <a:pt x="23" y="635"/>
                  </a:cubicBezTo>
                  <a:cubicBezTo>
                    <a:pt x="21" y="615"/>
                    <a:pt x="19" y="596"/>
                    <a:pt x="17" y="576"/>
                  </a:cubicBezTo>
                  <a:cubicBezTo>
                    <a:pt x="9" y="474"/>
                    <a:pt x="5" y="372"/>
                    <a:pt x="5" y="269"/>
                  </a:cubicBezTo>
                  <a:cubicBezTo>
                    <a:pt x="6" y="179"/>
                    <a:pt x="9" y="90"/>
                    <a:pt x="15" y="0"/>
                  </a:cubicBezTo>
                  <a:cubicBezTo>
                    <a:pt x="12" y="0"/>
                    <a:pt x="12" y="0"/>
                    <a:pt x="12" y="0"/>
                  </a:cubicBezTo>
                  <a:cubicBezTo>
                    <a:pt x="5" y="89"/>
                    <a:pt x="2" y="179"/>
                    <a:pt x="1" y="269"/>
                  </a:cubicBezTo>
                  <a:cubicBezTo>
                    <a:pt x="0" y="372"/>
                    <a:pt x="3" y="474"/>
                    <a:pt x="11" y="577"/>
                  </a:cubicBezTo>
                  <a:close/>
                </a:path>
              </a:pathLst>
            </a:custGeom>
            <a:solidFill>
              <a:schemeClr val="tx2">
                <a:alpha val="20000"/>
              </a:schemeClr>
            </a:solidFill>
            <a:ln>
              <a:noFill/>
            </a:ln>
          </p:spPr>
        </p:sp>
        <p:sp>
          <p:nvSpPr>
            <p:cNvPr id="30" name="Freeform 17"/>
            <p:cNvSpPr/>
            <p:nvPr/>
          </p:nvSpPr>
          <p:spPr bwMode="auto">
            <a:xfrm>
              <a:off x="2554288" y="2598738"/>
              <a:ext cx="66675" cy="420688"/>
            </a:xfrm>
            <a:custGeom>
              <a:avLst/>
              <a:gdLst/>
              <a:ahLst/>
              <a:cxnLst/>
              <a:rect l="0" t="0" r="r" b="b"/>
              <a:pathLst>
                <a:path w="17" h="107">
                  <a:moveTo>
                    <a:pt x="0" y="0"/>
                  </a:moveTo>
                  <a:cubicBezTo>
                    <a:pt x="2" y="19"/>
                    <a:pt x="3" y="37"/>
                    <a:pt x="5" y="56"/>
                  </a:cubicBezTo>
                  <a:cubicBezTo>
                    <a:pt x="9" y="73"/>
                    <a:pt x="13" y="90"/>
                    <a:pt x="17" y="107"/>
                  </a:cubicBezTo>
                  <a:cubicBezTo>
                    <a:pt x="15" y="87"/>
                    <a:pt x="13" y="66"/>
                    <a:pt x="11" y="46"/>
                  </a:cubicBezTo>
                  <a:cubicBezTo>
                    <a:pt x="10" y="45"/>
                    <a:pt x="10" y="44"/>
                    <a:pt x="10" y="43"/>
                  </a:cubicBezTo>
                  <a:cubicBezTo>
                    <a:pt x="7" y="28"/>
                    <a:pt x="3" y="14"/>
                    <a:pt x="0" y="0"/>
                  </a:cubicBezTo>
                  <a:close/>
                </a:path>
              </a:pathLst>
            </a:custGeom>
            <a:solidFill>
              <a:schemeClr val="tx2">
                <a:alpha val="20000"/>
              </a:schemeClr>
            </a:solidFill>
            <a:ln>
              <a:noFill/>
            </a:ln>
          </p:spPr>
        </p:sp>
        <p:sp>
          <p:nvSpPr>
            <p:cNvPr id="31" name="Freeform 18"/>
            <p:cNvSpPr/>
            <p:nvPr/>
          </p:nvSpPr>
          <p:spPr bwMode="auto">
            <a:xfrm>
              <a:off x="3143251" y="4757738"/>
              <a:ext cx="161925" cy="873125"/>
            </a:xfrm>
            <a:custGeom>
              <a:avLst/>
              <a:gdLst/>
              <a:ahLst/>
              <a:cxnLst/>
              <a:rect l="0" t="0" r="r" b="b"/>
              <a:pathLst>
                <a:path w="41" h="222">
                  <a:moveTo>
                    <a:pt x="0" y="0"/>
                  </a:moveTo>
                  <a:cubicBezTo>
                    <a:pt x="0" y="31"/>
                    <a:pt x="2" y="62"/>
                    <a:pt x="5" y="93"/>
                  </a:cubicBezTo>
                  <a:cubicBezTo>
                    <a:pt x="8" y="117"/>
                    <a:pt x="12" y="142"/>
                    <a:pt x="17" y="166"/>
                  </a:cubicBezTo>
                  <a:cubicBezTo>
                    <a:pt x="19" y="172"/>
                    <a:pt x="22" y="178"/>
                    <a:pt x="24" y="184"/>
                  </a:cubicBezTo>
                  <a:cubicBezTo>
                    <a:pt x="30" y="197"/>
                    <a:pt x="35" y="209"/>
                    <a:pt x="41" y="222"/>
                  </a:cubicBezTo>
                  <a:cubicBezTo>
                    <a:pt x="40" y="219"/>
                    <a:pt x="39" y="215"/>
                    <a:pt x="38" y="212"/>
                  </a:cubicBezTo>
                  <a:cubicBezTo>
                    <a:pt x="26" y="172"/>
                    <a:pt x="18" y="132"/>
                    <a:pt x="13" y="92"/>
                  </a:cubicBezTo>
                  <a:cubicBezTo>
                    <a:pt x="11" y="68"/>
                    <a:pt x="9" y="45"/>
                    <a:pt x="8" y="22"/>
                  </a:cubicBezTo>
                  <a:cubicBezTo>
                    <a:pt x="8" y="21"/>
                    <a:pt x="7" y="20"/>
                    <a:pt x="7" y="18"/>
                  </a:cubicBezTo>
                  <a:cubicBezTo>
                    <a:pt x="5" y="12"/>
                    <a:pt x="2" y="6"/>
                    <a:pt x="0" y="0"/>
                  </a:cubicBezTo>
                  <a:close/>
                </a:path>
              </a:pathLst>
            </a:custGeom>
            <a:solidFill>
              <a:schemeClr val="tx2">
                <a:alpha val="20000"/>
              </a:schemeClr>
            </a:solidFill>
            <a:ln>
              <a:noFill/>
            </a:ln>
          </p:spPr>
        </p:sp>
        <p:sp>
          <p:nvSpPr>
            <p:cNvPr id="32" name="Freeform 19"/>
            <p:cNvSpPr/>
            <p:nvPr/>
          </p:nvSpPr>
          <p:spPr bwMode="auto">
            <a:xfrm>
              <a:off x="3148013" y="1282700"/>
              <a:ext cx="1768475" cy="3448050"/>
            </a:xfrm>
            <a:custGeom>
              <a:avLst/>
              <a:gdLst/>
              <a:ahLst/>
              <a:cxnLst/>
              <a:rect l="0" t="0" r="r" b="b"/>
              <a:pathLst>
                <a:path w="450" h="878">
                  <a:moveTo>
                    <a:pt x="7" y="854"/>
                  </a:moveTo>
                  <a:cubicBezTo>
                    <a:pt x="10" y="772"/>
                    <a:pt x="26" y="691"/>
                    <a:pt x="50" y="613"/>
                  </a:cubicBezTo>
                  <a:cubicBezTo>
                    <a:pt x="75" y="535"/>
                    <a:pt x="109" y="460"/>
                    <a:pt x="149" y="388"/>
                  </a:cubicBezTo>
                  <a:cubicBezTo>
                    <a:pt x="189" y="316"/>
                    <a:pt x="235" y="248"/>
                    <a:pt x="285" y="183"/>
                  </a:cubicBezTo>
                  <a:cubicBezTo>
                    <a:pt x="310" y="151"/>
                    <a:pt x="337" y="119"/>
                    <a:pt x="364" y="89"/>
                  </a:cubicBezTo>
                  <a:cubicBezTo>
                    <a:pt x="378" y="74"/>
                    <a:pt x="392" y="58"/>
                    <a:pt x="406" y="44"/>
                  </a:cubicBezTo>
                  <a:cubicBezTo>
                    <a:pt x="421" y="29"/>
                    <a:pt x="435" y="15"/>
                    <a:pt x="450" y="1"/>
                  </a:cubicBezTo>
                  <a:cubicBezTo>
                    <a:pt x="450" y="0"/>
                    <a:pt x="450" y="0"/>
                    <a:pt x="450" y="0"/>
                  </a:cubicBezTo>
                  <a:cubicBezTo>
                    <a:pt x="434" y="14"/>
                    <a:pt x="420" y="28"/>
                    <a:pt x="405" y="43"/>
                  </a:cubicBezTo>
                  <a:cubicBezTo>
                    <a:pt x="391" y="57"/>
                    <a:pt x="377" y="72"/>
                    <a:pt x="363" y="88"/>
                  </a:cubicBezTo>
                  <a:cubicBezTo>
                    <a:pt x="335" y="118"/>
                    <a:pt x="308" y="149"/>
                    <a:pt x="283" y="181"/>
                  </a:cubicBezTo>
                  <a:cubicBezTo>
                    <a:pt x="232" y="246"/>
                    <a:pt x="185" y="314"/>
                    <a:pt x="145" y="386"/>
                  </a:cubicBezTo>
                  <a:cubicBezTo>
                    <a:pt x="104" y="457"/>
                    <a:pt x="70" y="533"/>
                    <a:pt x="45" y="611"/>
                  </a:cubicBezTo>
                  <a:cubicBezTo>
                    <a:pt x="19" y="690"/>
                    <a:pt x="3" y="771"/>
                    <a:pt x="0" y="854"/>
                  </a:cubicBezTo>
                  <a:cubicBezTo>
                    <a:pt x="0" y="856"/>
                    <a:pt x="0" y="857"/>
                    <a:pt x="0" y="859"/>
                  </a:cubicBezTo>
                  <a:cubicBezTo>
                    <a:pt x="2" y="865"/>
                    <a:pt x="4" y="872"/>
                    <a:pt x="7" y="878"/>
                  </a:cubicBezTo>
                  <a:cubicBezTo>
                    <a:pt x="7" y="870"/>
                    <a:pt x="7" y="862"/>
                    <a:pt x="7" y="854"/>
                  </a:cubicBezTo>
                  <a:close/>
                </a:path>
              </a:pathLst>
            </a:custGeom>
            <a:solidFill>
              <a:schemeClr val="tx2">
                <a:alpha val="20000"/>
              </a:schemeClr>
            </a:solidFill>
            <a:ln>
              <a:noFill/>
            </a:ln>
          </p:spPr>
        </p:sp>
        <p:sp>
          <p:nvSpPr>
            <p:cNvPr id="33" name="Freeform 20"/>
            <p:cNvSpPr/>
            <p:nvPr/>
          </p:nvSpPr>
          <p:spPr bwMode="auto">
            <a:xfrm>
              <a:off x="3273426" y="5653088"/>
              <a:ext cx="138113" cy="287338"/>
            </a:xfrm>
            <a:custGeom>
              <a:avLst/>
              <a:gdLst/>
              <a:ahLst/>
              <a:cxnLst/>
              <a:rect l="0" t="0" r="r" b="b"/>
              <a:pathLst>
                <a:path w="35" h="73">
                  <a:moveTo>
                    <a:pt x="0" y="0"/>
                  </a:moveTo>
                  <a:cubicBezTo>
                    <a:pt x="7" y="24"/>
                    <a:pt x="16" y="49"/>
                    <a:pt x="26" y="73"/>
                  </a:cubicBezTo>
                  <a:cubicBezTo>
                    <a:pt x="35" y="73"/>
                    <a:pt x="35" y="73"/>
                    <a:pt x="35" y="73"/>
                  </a:cubicBezTo>
                  <a:cubicBezTo>
                    <a:pt x="23" y="49"/>
                    <a:pt x="11" y="24"/>
                    <a:pt x="0" y="0"/>
                  </a:cubicBezTo>
                  <a:close/>
                </a:path>
              </a:pathLst>
            </a:custGeom>
            <a:solidFill>
              <a:schemeClr val="tx2">
                <a:alpha val="20000"/>
              </a:schemeClr>
            </a:solidFill>
            <a:ln>
              <a:noFill/>
            </a:ln>
          </p:spPr>
        </p:sp>
        <p:sp>
          <p:nvSpPr>
            <p:cNvPr id="34" name="Freeform 21"/>
            <p:cNvSpPr/>
            <p:nvPr/>
          </p:nvSpPr>
          <p:spPr bwMode="auto">
            <a:xfrm>
              <a:off x="3143251" y="4656138"/>
              <a:ext cx="31750" cy="188913"/>
            </a:xfrm>
            <a:custGeom>
              <a:avLst/>
              <a:gdLst/>
              <a:ahLst/>
              <a:cxnLst/>
              <a:rect l="0" t="0" r="r" b="b"/>
              <a:pathLst>
                <a:path w="8" h="48">
                  <a:moveTo>
                    <a:pt x="7" y="44"/>
                  </a:moveTo>
                  <a:cubicBezTo>
                    <a:pt x="7" y="46"/>
                    <a:pt x="8" y="47"/>
                    <a:pt x="8" y="48"/>
                  </a:cubicBezTo>
                  <a:cubicBezTo>
                    <a:pt x="8" y="38"/>
                    <a:pt x="8" y="29"/>
                    <a:pt x="8" y="19"/>
                  </a:cubicBezTo>
                  <a:cubicBezTo>
                    <a:pt x="5" y="13"/>
                    <a:pt x="3" y="6"/>
                    <a:pt x="1" y="0"/>
                  </a:cubicBezTo>
                  <a:cubicBezTo>
                    <a:pt x="0" y="9"/>
                    <a:pt x="0" y="17"/>
                    <a:pt x="0" y="26"/>
                  </a:cubicBezTo>
                  <a:cubicBezTo>
                    <a:pt x="2" y="32"/>
                    <a:pt x="5" y="38"/>
                    <a:pt x="7" y="44"/>
                  </a:cubicBezTo>
                  <a:close/>
                </a:path>
              </a:pathLst>
            </a:custGeom>
            <a:solidFill>
              <a:schemeClr val="tx2">
                <a:alpha val="20000"/>
              </a:schemeClr>
            </a:solidFill>
            <a:ln>
              <a:noFill/>
            </a:ln>
          </p:spPr>
        </p:sp>
        <p:sp>
          <p:nvSpPr>
            <p:cNvPr id="35" name="Freeform 22"/>
            <p:cNvSpPr/>
            <p:nvPr/>
          </p:nvSpPr>
          <p:spPr bwMode="auto">
            <a:xfrm>
              <a:off x="3211513" y="5410200"/>
              <a:ext cx="203200" cy="530225"/>
            </a:xfrm>
            <a:custGeom>
              <a:avLst/>
              <a:gdLst/>
              <a:ahLst/>
              <a:cxnLst/>
              <a:rect l="0" t="0" r="r" b="b"/>
              <a:pathLst>
                <a:path w="52" h="135">
                  <a:moveTo>
                    <a:pt x="7" y="18"/>
                  </a:moveTo>
                  <a:cubicBezTo>
                    <a:pt x="5" y="12"/>
                    <a:pt x="2" y="6"/>
                    <a:pt x="0" y="0"/>
                  </a:cubicBezTo>
                  <a:cubicBezTo>
                    <a:pt x="3" y="16"/>
                    <a:pt x="7" y="32"/>
                    <a:pt x="12" y="48"/>
                  </a:cubicBezTo>
                  <a:cubicBezTo>
                    <a:pt x="13" y="53"/>
                    <a:pt x="14" y="57"/>
                    <a:pt x="16" y="62"/>
                  </a:cubicBezTo>
                  <a:cubicBezTo>
                    <a:pt x="27" y="86"/>
                    <a:pt x="39" y="111"/>
                    <a:pt x="51" y="135"/>
                  </a:cubicBezTo>
                  <a:cubicBezTo>
                    <a:pt x="52" y="135"/>
                    <a:pt x="52" y="135"/>
                    <a:pt x="52" y="135"/>
                  </a:cubicBezTo>
                  <a:cubicBezTo>
                    <a:pt x="41" y="109"/>
                    <a:pt x="32" y="83"/>
                    <a:pt x="24" y="56"/>
                  </a:cubicBezTo>
                  <a:cubicBezTo>
                    <a:pt x="18" y="43"/>
                    <a:pt x="13" y="31"/>
                    <a:pt x="7" y="18"/>
                  </a:cubicBezTo>
                  <a:close/>
                </a:path>
              </a:pathLst>
            </a:custGeom>
            <a:solidFill>
              <a:schemeClr val="tx2">
                <a:alpha val="20000"/>
              </a:schemeClr>
            </a:solidFill>
            <a:ln>
              <a:noFill/>
            </a:ln>
          </p:spPr>
        </p:sp>
      </p:grpSp>
      <p:grpSp>
        <p:nvGrpSpPr>
          <p:cNvPr id="10" name="Group 9"/>
          <p:cNvGrpSpPr/>
          <p:nvPr/>
        </p:nvGrpSpPr>
        <p:grpSpPr>
          <a:xfrm>
            <a:off x="27221" y="-786"/>
            <a:ext cx="2356674" cy="6854039"/>
            <a:chOff x="6627813" y="194833"/>
            <a:chExt cx="1952625" cy="5678918"/>
          </a:xfrm>
        </p:grpSpPr>
        <p:sp>
          <p:nvSpPr>
            <p:cNvPr id="11" name="Freeform 27"/>
            <p:cNvSpPr/>
            <p:nvPr/>
          </p:nvSpPr>
          <p:spPr bwMode="auto">
            <a:xfrm>
              <a:off x="6627813" y="194833"/>
              <a:ext cx="409575" cy="3646488"/>
            </a:xfrm>
            <a:custGeom>
              <a:avLst/>
              <a:gdLst/>
              <a:ahLst/>
              <a:cxnLst/>
              <a:rect l="0" t="0" r="r" b="b"/>
              <a:pathLst>
                <a:path w="103" h="920">
                  <a:moveTo>
                    <a:pt x="7" y="210"/>
                  </a:moveTo>
                  <a:cubicBezTo>
                    <a:pt x="11" y="288"/>
                    <a:pt x="17" y="367"/>
                    <a:pt x="26" y="445"/>
                  </a:cubicBezTo>
                  <a:cubicBezTo>
                    <a:pt x="34" y="523"/>
                    <a:pt x="44" y="601"/>
                    <a:pt x="57" y="679"/>
                  </a:cubicBezTo>
                  <a:cubicBezTo>
                    <a:pt x="69" y="757"/>
                    <a:pt x="84" y="834"/>
                    <a:pt x="101" y="911"/>
                  </a:cubicBezTo>
                  <a:cubicBezTo>
                    <a:pt x="102" y="914"/>
                    <a:pt x="103" y="917"/>
                    <a:pt x="103" y="920"/>
                  </a:cubicBezTo>
                  <a:cubicBezTo>
                    <a:pt x="102" y="905"/>
                    <a:pt x="100" y="889"/>
                    <a:pt x="99" y="874"/>
                  </a:cubicBezTo>
                  <a:cubicBezTo>
                    <a:pt x="99" y="871"/>
                    <a:pt x="99" y="868"/>
                    <a:pt x="99" y="866"/>
                  </a:cubicBezTo>
                  <a:cubicBezTo>
                    <a:pt x="85" y="803"/>
                    <a:pt x="73" y="741"/>
                    <a:pt x="63" y="678"/>
                  </a:cubicBezTo>
                  <a:cubicBezTo>
                    <a:pt x="50" y="600"/>
                    <a:pt x="39" y="523"/>
                    <a:pt x="30" y="444"/>
                  </a:cubicBezTo>
                  <a:cubicBezTo>
                    <a:pt x="21" y="366"/>
                    <a:pt x="14" y="288"/>
                    <a:pt x="9" y="209"/>
                  </a:cubicBezTo>
                  <a:cubicBezTo>
                    <a:pt x="7" y="170"/>
                    <a:pt x="5" y="131"/>
                    <a:pt x="3" y="92"/>
                  </a:cubicBezTo>
                  <a:cubicBezTo>
                    <a:pt x="2" y="61"/>
                    <a:pt x="1" y="31"/>
                    <a:pt x="1" y="0"/>
                  </a:cubicBezTo>
                  <a:cubicBezTo>
                    <a:pt x="0" y="0"/>
                    <a:pt x="0" y="0"/>
                    <a:pt x="0" y="0"/>
                  </a:cubicBezTo>
                  <a:cubicBezTo>
                    <a:pt x="0" y="31"/>
                    <a:pt x="1" y="61"/>
                    <a:pt x="1" y="92"/>
                  </a:cubicBezTo>
                  <a:cubicBezTo>
                    <a:pt x="3" y="131"/>
                    <a:pt x="4" y="170"/>
                    <a:pt x="7" y="210"/>
                  </a:cubicBezTo>
                  <a:close/>
                </a:path>
              </a:pathLst>
            </a:custGeom>
            <a:solidFill>
              <a:schemeClr val="tx2"/>
            </a:solidFill>
            <a:ln>
              <a:noFill/>
            </a:ln>
          </p:spPr>
        </p:sp>
        <p:sp>
          <p:nvSpPr>
            <p:cNvPr id="12" name="Freeform 28"/>
            <p:cNvSpPr/>
            <p:nvPr/>
          </p:nvSpPr>
          <p:spPr bwMode="auto">
            <a:xfrm>
              <a:off x="7061201" y="3771900"/>
              <a:ext cx="350838" cy="1309688"/>
            </a:xfrm>
            <a:custGeom>
              <a:avLst/>
              <a:gdLst/>
              <a:ahLst/>
              <a:cxnLst/>
              <a:rect l="0" t="0" r="r" b="b"/>
              <a:pathLst>
                <a:path w="88" h="330">
                  <a:moveTo>
                    <a:pt x="53" y="229"/>
                  </a:moveTo>
                  <a:cubicBezTo>
                    <a:pt x="64" y="263"/>
                    <a:pt x="75" y="297"/>
                    <a:pt x="88" y="330"/>
                  </a:cubicBezTo>
                  <a:cubicBezTo>
                    <a:pt x="88" y="323"/>
                    <a:pt x="88" y="315"/>
                    <a:pt x="88" y="308"/>
                  </a:cubicBezTo>
                  <a:cubicBezTo>
                    <a:pt x="88" y="307"/>
                    <a:pt x="88" y="305"/>
                    <a:pt x="88" y="304"/>
                  </a:cubicBezTo>
                  <a:cubicBezTo>
                    <a:pt x="79" y="278"/>
                    <a:pt x="70" y="252"/>
                    <a:pt x="62" y="226"/>
                  </a:cubicBezTo>
                  <a:cubicBezTo>
                    <a:pt x="38" y="152"/>
                    <a:pt x="17" y="76"/>
                    <a:pt x="0" y="0"/>
                  </a:cubicBezTo>
                  <a:cubicBezTo>
                    <a:pt x="2" y="21"/>
                    <a:pt x="4" y="42"/>
                    <a:pt x="7" y="63"/>
                  </a:cubicBezTo>
                  <a:cubicBezTo>
                    <a:pt x="21" y="119"/>
                    <a:pt x="36" y="174"/>
                    <a:pt x="53" y="229"/>
                  </a:cubicBezTo>
                  <a:close/>
                </a:path>
              </a:pathLst>
            </a:custGeom>
            <a:solidFill>
              <a:schemeClr val="tx2"/>
            </a:solidFill>
            <a:ln>
              <a:noFill/>
            </a:ln>
          </p:spPr>
        </p:sp>
        <p:sp>
          <p:nvSpPr>
            <p:cNvPr id="13" name="Freeform 29"/>
            <p:cNvSpPr/>
            <p:nvPr/>
          </p:nvSpPr>
          <p:spPr bwMode="auto">
            <a:xfrm>
              <a:off x="7439026" y="5053013"/>
              <a:ext cx="357188" cy="820738"/>
            </a:xfrm>
            <a:custGeom>
              <a:avLst/>
              <a:gdLst/>
              <a:ahLst/>
              <a:cxnLst/>
              <a:rect l="0" t="0" r="r" b="b"/>
              <a:pathLst>
                <a:path w="90" h="207">
                  <a:moveTo>
                    <a:pt x="6" y="15"/>
                  </a:moveTo>
                  <a:cubicBezTo>
                    <a:pt x="4" y="10"/>
                    <a:pt x="2" y="5"/>
                    <a:pt x="0" y="0"/>
                  </a:cubicBezTo>
                  <a:cubicBezTo>
                    <a:pt x="0" y="9"/>
                    <a:pt x="0" y="19"/>
                    <a:pt x="1" y="29"/>
                  </a:cubicBezTo>
                  <a:cubicBezTo>
                    <a:pt x="14" y="62"/>
                    <a:pt x="27" y="95"/>
                    <a:pt x="42" y="127"/>
                  </a:cubicBezTo>
                  <a:cubicBezTo>
                    <a:pt x="54" y="154"/>
                    <a:pt x="67" y="181"/>
                    <a:pt x="80" y="207"/>
                  </a:cubicBezTo>
                  <a:cubicBezTo>
                    <a:pt x="90" y="207"/>
                    <a:pt x="90" y="207"/>
                    <a:pt x="90" y="207"/>
                  </a:cubicBezTo>
                  <a:cubicBezTo>
                    <a:pt x="76" y="180"/>
                    <a:pt x="63" y="152"/>
                    <a:pt x="50" y="123"/>
                  </a:cubicBezTo>
                  <a:cubicBezTo>
                    <a:pt x="34" y="88"/>
                    <a:pt x="20" y="51"/>
                    <a:pt x="6" y="15"/>
                  </a:cubicBezTo>
                  <a:close/>
                </a:path>
              </a:pathLst>
            </a:custGeom>
            <a:solidFill>
              <a:schemeClr val="tx2"/>
            </a:solidFill>
            <a:ln>
              <a:noFill/>
            </a:ln>
          </p:spPr>
        </p:sp>
        <p:sp>
          <p:nvSpPr>
            <p:cNvPr id="14" name="Freeform 30"/>
            <p:cNvSpPr/>
            <p:nvPr/>
          </p:nvSpPr>
          <p:spPr bwMode="auto">
            <a:xfrm>
              <a:off x="7037388" y="3811588"/>
              <a:ext cx="457200" cy="1852613"/>
            </a:xfrm>
            <a:custGeom>
              <a:avLst/>
              <a:gdLst/>
              <a:ahLst/>
              <a:cxnLst/>
              <a:rect l="0" t="0" r="r" b="b"/>
              <a:pathLst>
                <a:path w="115" h="467">
                  <a:moveTo>
                    <a:pt x="101" y="409"/>
                  </a:moveTo>
                  <a:cubicBezTo>
                    <a:pt x="93" y="388"/>
                    <a:pt x="85" y="366"/>
                    <a:pt x="78" y="344"/>
                  </a:cubicBezTo>
                  <a:cubicBezTo>
                    <a:pt x="57" y="281"/>
                    <a:pt x="41" y="216"/>
                    <a:pt x="29" y="151"/>
                  </a:cubicBezTo>
                  <a:cubicBezTo>
                    <a:pt x="22" y="119"/>
                    <a:pt x="17" y="86"/>
                    <a:pt x="13" y="53"/>
                  </a:cubicBezTo>
                  <a:cubicBezTo>
                    <a:pt x="9" y="35"/>
                    <a:pt x="4" y="18"/>
                    <a:pt x="0" y="0"/>
                  </a:cubicBezTo>
                  <a:cubicBezTo>
                    <a:pt x="5" y="51"/>
                    <a:pt x="12" y="102"/>
                    <a:pt x="21" y="152"/>
                  </a:cubicBezTo>
                  <a:cubicBezTo>
                    <a:pt x="33" y="218"/>
                    <a:pt x="49" y="283"/>
                    <a:pt x="69" y="347"/>
                  </a:cubicBezTo>
                  <a:cubicBezTo>
                    <a:pt x="79" y="378"/>
                    <a:pt x="90" y="410"/>
                    <a:pt x="103" y="441"/>
                  </a:cubicBezTo>
                  <a:cubicBezTo>
                    <a:pt x="107" y="449"/>
                    <a:pt x="111" y="458"/>
                    <a:pt x="115" y="467"/>
                  </a:cubicBezTo>
                  <a:cubicBezTo>
                    <a:pt x="114" y="464"/>
                    <a:pt x="113" y="461"/>
                    <a:pt x="112" y="458"/>
                  </a:cubicBezTo>
                  <a:cubicBezTo>
                    <a:pt x="108" y="442"/>
                    <a:pt x="104" y="425"/>
                    <a:pt x="101" y="409"/>
                  </a:cubicBezTo>
                  <a:close/>
                </a:path>
              </a:pathLst>
            </a:custGeom>
            <a:solidFill>
              <a:schemeClr val="tx2"/>
            </a:solidFill>
            <a:ln>
              <a:noFill/>
            </a:ln>
          </p:spPr>
        </p:sp>
        <p:sp>
          <p:nvSpPr>
            <p:cNvPr id="15" name="Freeform 31"/>
            <p:cNvSpPr/>
            <p:nvPr/>
          </p:nvSpPr>
          <p:spPr bwMode="auto">
            <a:xfrm>
              <a:off x="6992938" y="1263650"/>
              <a:ext cx="144463" cy="2508250"/>
            </a:xfrm>
            <a:custGeom>
              <a:avLst/>
              <a:gdLst/>
              <a:ahLst/>
              <a:cxnLst/>
              <a:rect l="0" t="0" r="r" b="b"/>
              <a:pathLst>
                <a:path w="36" h="633">
                  <a:moveTo>
                    <a:pt x="17" y="633"/>
                  </a:moveTo>
                  <a:cubicBezTo>
                    <a:pt x="15" y="621"/>
                    <a:pt x="14" y="609"/>
                    <a:pt x="13" y="597"/>
                  </a:cubicBezTo>
                  <a:cubicBezTo>
                    <a:pt x="8" y="530"/>
                    <a:pt x="5" y="464"/>
                    <a:pt x="5" y="398"/>
                  </a:cubicBezTo>
                  <a:cubicBezTo>
                    <a:pt x="5" y="331"/>
                    <a:pt x="8" y="265"/>
                    <a:pt x="13" y="198"/>
                  </a:cubicBezTo>
                  <a:cubicBezTo>
                    <a:pt x="15" y="165"/>
                    <a:pt x="18" y="132"/>
                    <a:pt x="22" y="99"/>
                  </a:cubicBezTo>
                  <a:cubicBezTo>
                    <a:pt x="26" y="66"/>
                    <a:pt x="30" y="33"/>
                    <a:pt x="36" y="0"/>
                  </a:cubicBezTo>
                  <a:cubicBezTo>
                    <a:pt x="35" y="0"/>
                    <a:pt x="35" y="0"/>
                    <a:pt x="35" y="0"/>
                  </a:cubicBezTo>
                  <a:cubicBezTo>
                    <a:pt x="29" y="33"/>
                    <a:pt x="24" y="66"/>
                    <a:pt x="20" y="99"/>
                  </a:cubicBezTo>
                  <a:cubicBezTo>
                    <a:pt x="16" y="132"/>
                    <a:pt x="13" y="165"/>
                    <a:pt x="10" y="198"/>
                  </a:cubicBezTo>
                  <a:cubicBezTo>
                    <a:pt x="4" y="264"/>
                    <a:pt x="1" y="331"/>
                    <a:pt x="1" y="398"/>
                  </a:cubicBezTo>
                  <a:cubicBezTo>
                    <a:pt x="0" y="461"/>
                    <a:pt x="2" y="525"/>
                    <a:pt x="7" y="589"/>
                  </a:cubicBezTo>
                  <a:cubicBezTo>
                    <a:pt x="10" y="603"/>
                    <a:pt x="13" y="618"/>
                    <a:pt x="16" y="632"/>
                  </a:cubicBezTo>
                  <a:cubicBezTo>
                    <a:pt x="16" y="632"/>
                    <a:pt x="17" y="633"/>
                    <a:pt x="17" y="633"/>
                  </a:cubicBezTo>
                  <a:close/>
                </a:path>
              </a:pathLst>
            </a:custGeom>
            <a:solidFill>
              <a:schemeClr val="tx2"/>
            </a:solidFill>
            <a:ln>
              <a:noFill/>
            </a:ln>
          </p:spPr>
        </p:sp>
        <p:sp>
          <p:nvSpPr>
            <p:cNvPr id="16" name="Freeform 32"/>
            <p:cNvSpPr/>
            <p:nvPr/>
          </p:nvSpPr>
          <p:spPr bwMode="auto">
            <a:xfrm>
              <a:off x="7526338" y="5640388"/>
              <a:ext cx="111125" cy="233363"/>
            </a:xfrm>
            <a:custGeom>
              <a:avLst/>
              <a:gdLst/>
              <a:ahLst/>
              <a:cxnLst/>
              <a:rect l="0" t="0" r="r" b="b"/>
              <a:pathLst>
                <a:path w="28" h="59">
                  <a:moveTo>
                    <a:pt x="22" y="59"/>
                  </a:moveTo>
                  <a:cubicBezTo>
                    <a:pt x="28" y="59"/>
                    <a:pt x="28" y="59"/>
                    <a:pt x="28" y="59"/>
                  </a:cubicBezTo>
                  <a:cubicBezTo>
                    <a:pt x="18" y="40"/>
                    <a:pt x="9" y="20"/>
                    <a:pt x="0" y="0"/>
                  </a:cubicBezTo>
                  <a:cubicBezTo>
                    <a:pt x="6" y="20"/>
                    <a:pt x="13" y="40"/>
                    <a:pt x="22" y="59"/>
                  </a:cubicBezTo>
                  <a:close/>
                </a:path>
              </a:pathLst>
            </a:custGeom>
            <a:solidFill>
              <a:schemeClr val="tx2"/>
            </a:solidFill>
            <a:ln>
              <a:noFill/>
            </a:ln>
          </p:spPr>
        </p:sp>
        <p:sp>
          <p:nvSpPr>
            <p:cNvPr id="17" name="Freeform 33"/>
            <p:cNvSpPr/>
            <p:nvPr/>
          </p:nvSpPr>
          <p:spPr bwMode="auto">
            <a:xfrm>
              <a:off x="7021513" y="3598863"/>
              <a:ext cx="68263" cy="423863"/>
            </a:xfrm>
            <a:custGeom>
              <a:avLst/>
              <a:gdLst/>
              <a:ahLst/>
              <a:cxnLst/>
              <a:rect l="0" t="0" r="r" b="b"/>
              <a:pathLst>
                <a:path w="17" h="107">
                  <a:moveTo>
                    <a:pt x="4" y="54"/>
                  </a:moveTo>
                  <a:cubicBezTo>
                    <a:pt x="8" y="72"/>
                    <a:pt x="13" y="89"/>
                    <a:pt x="17" y="107"/>
                  </a:cubicBezTo>
                  <a:cubicBezTo>
                    <a:pt x="14" y="86"/>
                    <a:pt x="12" y="65"/>
                    <a:pt x="10" y="44"/>
                  </a:cubicBezTo>
                  <a:cubicBezTo>
                    <a:pt x="10" y="44"/>
                    <a:pt x="9" y="43"/>
                    <a:pt x="9" y="43"/>
                  </a:cubicBezTo>
                  <a:cubicBezTo>
                    <a:pt x="6" y="29"/>
                    <a:pt x="3" y="14"/>
                    <a:pt x="0" y="0"/>
                  </a:cubicBezTo>
                  <a:cubicBezTo>
                    <a:pt x="0" y="2"/>
                    <a:pt x="0" y="5"/>
                    <a:pt x="0" y="8"/>
                  </a:cubicBezTo>
                  <a:cubicBezTo>
                    <a:pt x="1" y="23"/>
                    <a:pt x="3" y="39"/>
                    <a:pt x="4" y="54"/>
                  </a:cubicBezTo>
                  <a:close/>
                </a:path>
              </a:pathLst>
            </a:custGeom>
            <a:solidFill>
              <a:schemeClr val="tx2"/>
            </a:solidFill>
            <a:ln>
              <a:noFill/>
            </a:ln>
          </p:spPr>
        </p:sp>
        <p:sp>
          <p:nvSpPr>
            <p:cNvPr id="18" name="Freeform 34"/>
            <p:cNvSpPr/>
            <p:nvPr/>
          </p:nvSpPr>
          <p:spPr bwMode="auto">
            <a:xfrm>
              <a:off x="7412038" y="2801938"/>
              <a:ext cx="1168400" cy="2251075"/>
            </a:xfrm>
            <a:custGeom>
              <a:avLst/>
              <a:gdLst/>
              <a:ahLst/>
              <a:cxnLst/>
              <a:rect l="0" t="0" r="r" b="b"/>
              <a:pathLst>
                <a:path w="294" h="568">
                  <a:moveTo>
                    <a:pt x="8" y="553"/>
                  </a:moveTo>
                  <a:cubicBezTo>
                    <a:pt x="9" y="501"/>
                    <a:pt x="19" y="448"/>
                    <a:pt x="35" y="397"/>
                  </a:cubicBezTo>
                  <a:cubicBezTo>
                    <a:pt x="51" y="347"/>
                    <a:pt x="73" y="298"/>
                    <a:pt x="99" y="252"/>
                  </a:cubicBezTo>
                  <a:cubicBezTo>
                    <a:pt x="124" y="205"/>
                    <a:pt x="154" y="161"/>
                    <a:pt x="187" y="119"/>
                  </a:cubicBezTo>
                  <a:cubicBezTo>
                    <a:pt x="203" y="98"/>
                    <a:pt x="220" y="77"/>
                    <a:pt x="238" y="58"/>
                  </a:cubicBezTo>
                  <a:cubicBezTo>
                    <a:pt x="247" y="48"/>
                    <a:pt x="256" y="38"/>
                    <a:pt x="265" y="28"/>
                  </a:cubicBezTo>
                  <a:cubicBezTo>
                    <a:pt x="274" y="19"/>
                    <a:pt x="284" y="9"/>
                    <a:pt x="294" y="0"/>
                  </a:cubicBezTo>
                  <a:cubicBezTo>
                    <a:pt x="293" y="0"/>
                    <a:pt x="293" y="0"/>
                    <a:pt x="293" y="0"/>
                  </a:cubicBezTo>
                  <a:cubicBezTo>
                    <a:pt x="283" y="9"/>
                    <a:pt x="273" y="18"/>
                    <a:pt x="264" y="27"/>
                  </a:cubicBezTo>
                  <a:cubicBezTo>
                    <a:pt x="255" y="37"/>
                    <a:pt x="246" y="47"/>
                    <a:pt x="237" y="56"/>
                  </a:cubicBezTo>
                  <a:cubicBezTo>
                    <a:pt x="218" y="76"/>
                    <a:pt x="201" y="96"/>
                    <a:pt x="185" y="117"/>
                  </a:cubicBezTo>
                  <a:cubicBezTo>
                    <a:pt x="151" y="159"/>
                    <a:pt x="121" y="203"/>
                    <a:pt x="95" y="249"/>
                  </a:cubicBezTo>
                  <a:cubicBezTo>
                    <a:pt x="68" y="296"/>
                    <a:pt x="46" y="345"/>
                    <a:pt x="30" y="396"/>
                  </a:cubicBezTo>
                  <a:cubicBezTo>
                    <a:pt x="13" y="445"/>
                    <a:pt x="3" y="497"/>
                    <a:pt x="0" y="549"/>
                  </a:cubicBezTo>
                  <a:cubicBezTo>
                    <a:pt x="3" y="555"/>
                    <a:pt x="5" y="561"/>
                    <a:pt x="7" y="568"/>
                  </a:cubicBezTo>
                  <a:cubicBezTo>
                    <a:pt x="7" y="563"/>
                    <a:pt x="7" y="558"/>
                    <a:pt x="8" y="553"/>
                  </a:cubicBezTo>
                  <a:close/>
                </a:path>
              </a:pathLst>
            </a:custGeom>
            <a:solidFill>
              <a:schemeClr val="tx2"/>
            </a:solidFill>
            <a:ln>
              <a:noFill/>
            </a:ln>
          </p:spPr>
        </p:sp>
        <p:sp>
          <p:nvSpPr>
            <p:cNvPr id="19" name="Freeform 35"/>
            <p:cNvSpPr/>
            <p:nvPr/>
          </p:nvSpPr>
          <p:spPr bwMode="auto">
            <a:xfrm>
              <a:off x="7494588" y="5664200"/>
              <a:ext cx="100013" cy="209550"/>
            </a:xfrm>
            <a:custGeom>
              <a:avLst/>
              <a:gdLst/>
              <a:ahLst/>
              <a:cxnLst/>
              <a:rect l="0" t="0" r="r" b="b"/>
              <a:pathLst>
                <a:path w="25" h="53">
                  <a:moveTo>
                    <a:pt x="0" y="0"/>
                  </a:moveTo>
                  <a:cubicBezTo>
                    <a:pt x="5" y="18"/>
                    <a:pt x="12" y="36"/>
                    <a:pt x="19" y="53"/>
                  </a:cubicBezTo>
                  <a:cubicBezTo>
                    <a:pt x="25" y="53"/>
                    <a:pt x="25" y="53"/>
                    <a:pt x="25" y="53"/>
                  </a:cubicBezTo>
                  <a:cubicBezTo>
                    <a:pt x="16" y="36"/>
                    <a:pt x="8" y="18"/>
                    <a:pt x="0" y="0"/>
                  </a:cubicBezTo>
                  <a:close/>
                </a:path>
              </a:pathLst>
            </a:custGeom>
            <a:solidFill>
              <a:schemeClr val="tx2"/>
            </a:solidFill>
            <a:ln>
              <a:noFill/>
            </a:ln>
          </p:spPr>
        </p:sp>
        <p:sp>
          <p:nvSpPr>
            <p:cNvPr id="20" name="Freeform 36"/>
            <p:cNvSpPr/>
            <p:nvPr/>
          </p:nvSpPr>
          <p:spPr bwMode="auto">
            <a:xfrm>
              <a:off x="7412038" y="5081588"/>
              <a:ext cx="114300" cy="558800"/>
            </a:xfrm>
            <a:custGeom>
              <a:avLst/>
              <a:gdLst/>
              <a:ahLst/>
              <a:cxnLst/>
              <a:rect l="0" t="0" r="r" b="b"/>
              <a:pathLst>
                <a:path w="29" h="141">
                  <a:moveTo>
                    <a:pt x="0" y="0"/>
                  </a:moveTo>
                  <a:cubicBezTo>
                    <a:pt x="0" y="30"/>
                    <a:pt x="2" y="60"/>
                    <a:pt x="7" y="89"/>
                  </a:cubicBezTo>
                  <a:cubicBezTo>
                    <a:pt x="11" y="98"/>
                    <a:pt x="14" y="108"/>
                    <a:pt x="18" y="117"/>
                  </a:cubicBezTo>
                  <a:cubicBezTo>
                    <a:pt x="22" y="125"/>
                    <a:pt x="25" y="133"/>
                    <a:pt x="29" y="141"/>
                  </a:cubicBezTo>
                  <a:cubicBezTo>
                    <a:pt x="28" y="139"/>
                    <a:pt x="28" y="137"/>
                    <a:pt x="27" y="135"/>
                  </a:cubicBezTo>
                  <a:cubicBezTo>
                    <a:pt x="16" y="98"/>
                    <a:pt x="10" y="60"/>
                    <a:pt x="8" y="22"/>
                  </a:cubicBezTo>
                  <a:cubicBezTo>
                    <a:pt x="7" y="18"/>
                    <a:pt x="5" y="15"/>
                    <a:pt x="4" y="11"/>
                  </a:cubicBezTo>
                  <a:cubicBezTo>
                    <a:pt x="2" y="7"/>
                    <a:pt x="1" y="3"/>
                    <a:pt x="0" y="0"/>
                  </a:cubicBezTo>
                  <a:close/>
                </a:path>
              </a:pathLst>
            </a:custGeom>
            <a:solidFill>
              <a:schemeClr val="tx2"/>
            </a:solidFill>
            <a:ln>
              <a:noFill/>
            </a:ln>
          </p:spPr>
        </p:sp>
        <p:sp>
          <p:nvSpPr>
            <p:cNvPr id="21" name="Freeform 37"/>
            <p:cNvSpPr/>
            <p:nvPr/>
          </p:nvSpPr>
          <p:spPr bwMode="auto">
            <a:xfrm>
              <a:off x="7412038" y="4978400"/>
              <a:ext cx="31750" cy="188913"/>
            </a:xfrm>
            <a:custGeom>
              <a:avLst/>
              <a:gdLst/>
              <a:ahLst/>
              <a:cxnLst/>
              <a:rect l="0" t="0" r="r" b="b"/>
              <a:pathLst>
                <a:path w="8" h="48">
                  <a:moveTo>
                    <a:pt x="0" y="26"/>
                  </a:moveTo>
                  <a:cubicBezTo>
                    <a:pt x="1" y="29"/>
                    <a:pt x="2" y="33"/>
                    <a:pt x="4" y="37"/>
                  </a:cubicBezTo>
                  <a:cubicBezTo>
                    <a:pt x="5" y="41"/>
                    <a:pt x="7" y="44"/>
                    <a:pt x="8" y="48"/>
                  </a:cubicBezTo>
                  <a:cubicBezTo>
                    <a:pt x="7" y="38"/>
                    <a:pt x="7" y="28"/>
                    <a:pt x="7" y="19"/>
                  </a:cubicBezTo>
                  <a:cubicBezTo>
                    <a:pt x="5" y="12"/>
                    <a:pt x="3" y="6"/>
                    <a:pt x="0" y="0"/>
                  </a:cubicBezTo>
                  <a:cubicBezTo>
                    <a:pt x="0" y="1"/>
                    <a:pt x="0" y="3"/>
                    <a:pt x="0" y="4"/>
                  </a:cubicBezTo>
                  <a:cubicBezTo>
                    <a:pt x="0" y="11"/>
                    <a:pt x="0" y="19"/>
                    <a:pt x="0" y="26"/>
                  </a:cubicBezTo>
                  <a:close/>
                </a:path>
              </a:pathLst>
            </a:custGeom>
            <a:solidFill>
              <a:schemeClr val="tx2"/>
            </a:solidFill>
            <a:ln>
              <a:noFill/>
            </a:ln>
          </p:spPr>
        </p:sp>
        <p:sp>
          <p:nvSpPr>
            <p:cNvPr id="22" name="Freeform 38"/>
            <p:cNvSpPr/>
            <p:nvPr/>
          </p:nvSpPr>
          <p:spPr bwMode="auto">
            <a:xfrm>
              <a:off x="7439026" y="5434013"/>
              <a:ext cx="174625" cy="439738"/>
            </a:xfrm>
            <a:custGeom>
              <a:avLst/>
              <a:gdLst/>
              <a:ahLst/>
              <a:cxnLst/>
              <a:rect l="0" t="0" r="r" b="b"/>
              <a:pathLst>
                <a:path w="44" h="111">
                  <a:moveTo>
                    <a:pt x="11" y="28"/>
                  </a:moveTo>
                  <a:cubicBezTo>
                    <a:pt x="7" y="19"/>
                    <a:pt x="4" y="9"/>
                    <a:pt x="0" y="0"/>
                  </a:cubicBezTo>
                  <a:cubicBezTo>
                    <a:pt x="3" y="16"/>
                    <a:pt x="7" y="33"/>
                    <a:pt x="11" y="49"/>
                  </a:cubicBezTo>
                  <a:cubicBezTo>
                    <a:pt x="12" y="52"/>
                    <a:pt x="13" y="55"/>
                    <a:pt x="14" y="58"/>
                  </a:cubicBezTo>
                  <a:cubicBezTo>
                    <a:pt x="22" y="76"/>
                    <a:pt x="30" y="94"/>
                    <a:pt x="39" y="111"/>
                  </a:cubicBezTo>
                  <a:cubicBezTo>
                    <a:pt x="44" y="111"/>
                    <a:pt x="44" y="111"/>
                    <a:pt x="44" y="111"/>
                  </a:cubicBezTo>
                  <a:cubicBezTo>
                    <a:pt x="35" y="92"/>
                    <a:pt x="28" y="72"/>
                    <a:pt x="22" y="52"/>
                  </a:cubicBezTo>
                  <a:cubicBezTo>
                    <a:pt x="18" y="44"/>
                    <a:pt x="15" y="36"/>
                    <a:pt x="11" y="28"/>
                  </a:cubicBezTo>
                  <a:close/>
                </a:path>
              </a:pathLst>
            </a:custGeom>
            <a:solidFill>
              <a:schemeClr val="tx2"/>
            </a:solidFill>
            <a:ln>
              <a:noFill/>
            </a:ln>
          </p:spPr>
        </p:sp>
      </p:grpSp>
      <p:sp>
        <p:nvSpPr>
          <p:cNvPr id="7" name="Rectangle 6"/>
          <p:cNvSpPr/>
          <p:nvPr/>
        </p:nvSpPr>
        <p:spPr>
          <a:xfrm>
            <a:off x="0" y="0"/>
            <a:ext cx="182880" cy="6858000"/>
          </a:xfrm>
          <a:prstGeom prst="rect">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sp>
      <p:sp>
        <p:nvSpPr>
          <p:cNvPr id="2" name="Title Placeholder 1"/>
          <p:cNvSpPr>
            <a:spLocks noGrp="1"/>
          </p:cNvSpPr>
          <p:nvPr>
            <p:ph type="title"/>
          </p:nvPr>
        </p:nvSpPr>
        <p:spPr>
          <a:xfrm>
            <a:off x="2592924" y="624110"/>
            <a:ext cx="8911687" cy="1280890"/>
          </a:xfrm>
          <a:prstGeom prst="rect">
            <a:avLst/>
          </a:prstGeom>
        </p:spPr>
        <p:txBody>
          <a:bodyPr vert="horz" lIns="91440" tIns="45720" rIns="91440" bIns="45720" rtlCol="0" anchor="t">
            <a:normAutofit/>
          </a:bodyPr>
          <a:lstStyle/>
          <a:p>
            <a:r>
              <a:rPr lang="en-GB"/>
              <a:t>Click to edit Master title style</a:t>
            </a:r>
            <a:endParaRPr lang="en-US" dirty="0"/>
          </a:p>
        </p:txBody>
      </p:sp>
      <p:sp>
        <p:nvSpPr>
          <p:cNvPr id="3" name="Text Placeholder 2"/>
          <p:cNvSpPr>
            <a:spLocks noGrp="1"/>
          </p:cNvSpPr>
          <p:nvPr>
            <p:ph type="body" idx="1"/>
          </p:nvPr>
        </p:nvSpPr>
        <p:spPr>
          <a:xfrm>
            <a:off x="2589212" y="2133600"/>
            <a:ext cx="8915400" cy="3886200"/>
          </a:xfrm>
          <a:prstGeom prst="rect">
            <a:avLst/>
          </a:prstGeom>
        </p:spPr>
        <p:txBody>
          <a:bodyPr vert="horz" lIns="91440" tIns="45720" rIns="91440" bIns="45720" rtlCol="0">
            <a:normAutofit/>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4" name="Date Placeholder 3"/>
          <p:cNvSpPr>
            <a:spLocks noGrp="1"/>
          </p:cNvSpPr>
          <p:nvPr>
            <p:ph type="dt" sz="half" idx="2"/>
          </p:nvPr>
        </p:nvSpPr>
        <p:spPr>
          <a:xfrm>
            <a:off x="10361612" y="6130437"/>
            <a:ext cx="1146283" cy="370396"/>
          </a:xfrm>
          <a:prstGeom prst="rect">
            <a:avLst/>
          </a:prstGeom>
        </p:spPr>
        <p:txBody>
          <a:bodyPr vert="horz" lIns="91440" tIns="45720" rIns="91440" bIns="45720" rtlCol="0" anchor="ctr"/>
          <a:lstStyle>
            <a:lvl1pPr algn="r">
              <a:defRPr sz="900">
                <a:solidFill>
                  <a:schemeClr val="tx1">
                    <a:tint val="75000"/>
                  </a:schemeClr>
                </a:solidFill>
              </a:defRPr>
            </a:lvl1pPr>
          </a:lstStyle>
          <a:p>
            <a:fld id="{4555233D-C793-AC45-9A78-99949ACB9528}" type="datetimeFigureOut">
              <a:rPr lang="en-BD" smtClean="0"/>
              <a:t>13/3/23</a:t>
            </a:fld>
            <a:endParaRPr lang="en-BD"/>
          </a:p>
        </p:txBody>
      </p:sp>
      <p:sp>
        <p:nvSpPr>
          <p:cNvPr id="5" name="Footer Placeholder 4"/>
          <p:cNvSpPr>
            <a:spLocks noGrp="1"/>
          </p:cNvSpPr>
          <p:nvPr>
            <p:ph type="ftr" sz="quarter" idx="3"/>
          </p:nvPr>
        </p:nvSpPr>
        <p:spPr>
          <a:xfrm>
            <a:off x="2589212" y="6135808"/>
            <a:ext cx="7619999" cy="365125"/>
          </a:xfrm>
          <a:prstGeom prst="rect">
            <a:avLst/>
          </a:prstGeom>
        </p:spPr>
        <p:txBody>
          <a:bodyPr vert="horz" lIns="91440" tIns="45720" rIns="91440" bIns="45720" rtlCol="0" anchor="ctr"/>
          <a:lstStyle>
            <a:lvl1pPr algn="l">
              <a:defRPr sz="900">
                <a:solidFill>
                  <a:schemeClr val="tx1">
                    <a:tint val="75000"/>
                  </a:schemeClr>
                </a:solidFill>
              </a:defRPr>
            </a:lvl1pPr>
          </a:lstStyle>
          <a:p>
            <a:endParaRPr lang="en-BD"/>
          </a:p>
        </p:txBody>
      </p:sp>
      <p:sp>
        <p:nvSpPr>
          <p:cNvPr id="6" name="Slide Number Placeholder 5"/>
          <p:cNvSpPr>
            <a:spLocks noGrp="1"/>
          </p:cNvSpPr>
          <p:nvPr>
            <p:ph type="sldNum" sz="quarter" idx="4"/>
          </p:nvPr>
        </p:nvSpPr>
        <p:spPr bwMode="gray">
          <a:xfrm>
            <a:off x="531812" y="787782"/>
            <a:ext cx="779767" cy="365125"/>
          </a:xfrm>
          <a:prstGeom prst="rect">
            <a:avLst/>
          </a:prstGeom>
        </p:spPr>
        <p:txBody>
          <a:bodyPr vert="horz" lIns="91440" tIns="45720" rIns="91440" bIns="45720" rtlCol="0" anchor="ctr"/>
          <a:lstStyle>
            <a:lvl1pPr algn="r">
              <a:defRPr sz="2000">
                <a:solidFill>
                  <a:srgbClr val="FEFFFF"/>
                </a:solidFill>
              </a:defRPr>
            </a:lvl1pPr>
          </a:lstStyle>
          <a:p>
            <a:fld id="{8408947F-F893-394B-A2D8-9789627AC9C5}" type="slidenum">
              <a:rPr lang="en-BD" smtClean="0"/>
              <a:t>‹#›</a:t>
            </a:fld>
            <a:endParaRPr lang="en-BD"/>
          </a:p>
        </p:txBody>
      </p:sp>
    </p:spTree>
    <p:extLst>
      <p:ext uri="{BB962C8B-B14F-4D97-AF65-F5344CB8AC3E}">
        <p14:creationId xmlns:p14="http://schemas.microsoft.com/office/powerpoint/2010/main" val="3485114516"/>
      </p:ext>
    </p:extLst>
  </p:cSld>
  <p:clrMap bg1="lt1" tx1="dk1" bg2="lt2" tx2="dk2" accent1="accent1" accent2="accent2" accent3="accent3" accent4="accent4" accent5="accent5" accent6="accent6" hlink="hlink" folHlink="folHlink"/>
  <p:sldLayoutIdLst>
    <p:sldLayoutId id="2147483678" r:id="rId1"/>
    <p:sldLayoutId id="2147483679" r:id="rId2"/>
    <p:sldLayoutId id="2147483680" r:id="rId3"/>
    <p:sldLayoutId id="2147483681" r:id="rId4"/>
    <p:sldLayoutId id="2147483682" r:id="rId5"/>
    <p:sldLayoutId id="2147483683" r:id="rId6"/>
    <p:sldLayoutId id="2147483684" r:id="rId7"/>
    <p:sldLayoutId id="2147483685" r:id="rId8"/>
    <p:sldLayoutId id="2147483686" r:id="rId9"/>
    <p:sldLayoutId id="2147483687" r:id="rId10"/>
    <p:sldLayoutId id="2147483688" r:id="rId11"/>
    <p:sldLayoutId id="2147483689" r:id="rId12"/>
    <p:sldLayoutId id="2147483690" r:id="rId13"/>
    <p:sldLayoutId id="2147483691" r:id="rId14"/>
    <p:sldLayoutId id="2147483692" r:id="rId15"/>
    <p:sldLayoutId id="2147483693" r:id="rId16"/>
  </p:sldLayoutIdLst>
  <p:txStyles>
    <p:titleStyle>
      <a:lvl1pPr algn="l" defTabSz="457200" rtl="0" eaLnBrk="1" latinLnBrk="0" hangingPunct="1">
        <a:spcBef>
          <a:spcPct val="0"/>
        </a:spcBef>
        <a:buNone/>
        <a:defRPr sz="3600" kern="1200">
          <a:solidFill>
            <a:schemeClr val="tx1">
              <a:lumMod val="85000"/>
              <a:lumOff val="15000"/>
            </a:schemeClr>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accent1"/>
        </a:buClr>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8" Type="http://schemas.openxmlformats.org/officeDocument/2006/relationships/image" Target="../media/image12.png"/><Relationship Id="rId3" Type="http://schemas.openxmlformats.org/officeDocument/2006/relationships/customXml" Target="../ink/ink1.xml"/><Relationship Id="rId7" Type="http://schemas.openxmlformats.org/officeDocument/2006/relationships/customXml" Target="../ink/ink3.xml"/><Relationship Id="rId2" Type="http://schemas.openxmlformats.org/officeDocument/2006/relationships/image" Target="../media/image9.png"/><Relationship Id="rId1" Type="http://schemas.openxmlformats.org/officeDocument/2006/relationships/slideLayout" Target="../slideLayouts/slideLayout2.xml"/><Relationship Id="rId6" Type="http://schemas.openxmlformats.org/officeDocument/2006/relationships/image" Target="../media/image11.png"/><Relationship Id="rId5" Type="http://schemas.openxmlformats.org/officeDocument/2006/relationships/customXml" Target="../ink/ink2.xml"/><Relationship Id="rId4" Type="http://schemas.openxmlformats.org/officeDocument/2006/relationships/image" Target="../media/image10.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37E3865-EE2B-B483-1F4A-6BBB99E33746}"/>
              </a:ext>
            </a:extLst>
          </p:cNvPr>
          <p:cNvSpPr>
            <a:spLocks noGrp="1"/>
          </p:cNvSpPr>
          <p:nvPr>
            <p:ph type="ctrTitle"/>
          </p:nvPr>
        </p:nvSpPr>
        <p:spPr/>
        <p:txBody>
          <a:bodyPr/>
          <a:lstStyle/>
          <a:p>
            <a:r>
              <a:rPr lang="en-BD" dirty="0"/>
              <a:t>CSE 3105</a:t>
            </a:r>
            <a:br>
              <a:rPr lang="en-BD" dirty="0"/>
            </a:br>
            <a:r>
              <a:rPr lang="en-BD" dirty="0"/>
              <a:t>Software Engineering</a:t>
            </a:r>
          </a:p>
        </p:txBody>
      </p:sp>
      <p:sp>
        <p:nvSpPr>
          <p:cNvPr id="3" name="Subtitle 2">
            <a:extLst>
              <a:ext uri="{FF2B5EF4-FFF2-40B4-BE49-F238E27FC236}">
                <a16:creationId xmlns:a16="http://schemas.microsoft.com/office/drawing/2014/main" id="{4329D865-7FF8-A956-2595-EC97D9FED3B8}"/>
              </a:ext>
            </a:extLst>
          </p:cNvPr>
          <p:cNvSpPr>
            <a:spLocks noGrp="1"/>
          </p:cNvSpPr>
          <p:nvPr>
            <p:ph type="subTitle" idx="1"/>
          </p:nvPr>
        </p:nvSpPr>
        <p:spPr/>
        <p:txBody>
          <a:bodyPr/>
          <a:lstStyle/>
          <a:p>
            <a:r>
              <a:rPr lang="en-BD" dirty="0"/>
              <a:t>Chapter 2: Process Models</a:t>
            </a:r>
          </a:p>
        </p:txBody>
      </p:sp>
    </p:spTree>
    <p:extLst>
      <p:ext uri="{BB962C8B-B14F-4D97-AF65-F5344CB8AC3E}">
        <p14:creationId xmlns:p14="http://schemas.microsoft.com/office/powerpoint/2010/main" val="238978135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FF219F6-5494-9F4C-E13E-E149E2674EA7}"/>
              </a:ext>
            </a:extLst>
          </p:cNvPr>
          <p:cNvSpPr>
            <a:spLocks noGrp="1"/>
          </p:cNvSpPr>
          <p:nvPr>
            <p:ph type="title"/>
          </p:nvPr>
        </p:nvSpPr>
        <p:spPr/>
        <p:txBody>
          <a:bodyPr/>
          <a:lstStyle/>
          <a:p>
            <a:r>
              <a:rPr lang="en-US" dirty="0"/>
              <a:t>Waterfall </a:t>
            </a:r>
            <a:r>
              <a:rPr lang="en-BD" dirty="0"/>
              <a:t>Process Model</a:t>
            </a:r>
          </a:p>
        </p:txBody>
      </p:sp>
      <p:pic>
        <p:nvPicPr>
          <p:cNvPr id="4" name="Content Placeholder 3">
            <a:extLst>
              <a:ext uri="{FF2B5EF4-FFF2-40B4-BE49-F238E27FC236}">
                <a16:creationId xmlns:a16="http://schemas.microsoft.com/office/drawing/2014/main" id="{26F11A85-7E4F-3837-D729-4DDF719CB030}"/>
              </a:ext>
            </a:extLst>
          </p:cNvPr>
          <p:cNvPicPr>
            <a:picLocks noGrp="1" noChangeAspect="1"/>
          </p:cNvPicPr>
          <p:nvPr>
            <p:ph idx="1"/>
          </p:nvPr>
        </p:nvPicPr>
        <p:blipFill>
          <a:blip r:embed="rId2"/>
          <a:stretch>
            <a:fillRect/>
          </a:stretch>
        </p:blipFill>
        <p:spPr>
          <a:xfrm>
            <a:off x="2592925" y="2521495"/>
            <a:ext cx="8915400" cy="1815010"/>
          </a:xfrm>
          <a:prstGeom prst="rect">
            <a:avLst/>
          </a:prstGeom>
        </p:spPr>
      </p:pic>
    </p:spTree>
    <p:extLst>
      <p:ext uri="{BB962C8B-B14F-4D97-AF65-F5344CB8AC3E}">
        <p14:creationId xmlns:p14="http://schemas.microsoft.com/office/powerpoint/2010/main" val="17697742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1F7966D-918E-1415-6311-ACAB56FCDA41}"/>
              </a:ext>
            </a:extLst>
          </p:cNvPr>
          <p:cNvSpPr>
            <a:spLocks noGrp="1"/>
          </p:cNvSpPr>
          <p:nvPr>
            <p:ph type="title"/>
          </p:nvPr>
        </p:nvSpPr>
        <p:spPr/>
        <p:txBody>
          <a:bodyPr/>
          <a:lstStyle/>
          <a:p>
            <a:r>
              <a:rPr lang="en-BD" dirty="0"/>
              <a:t>The V-Model</a:t>
            </a:r>
          </a:p>
        </p:txBody>
      </p:sp>
      <p:pic>
        <p:nvPicPr>
          <p:cNvPr id="4" name="Content Placeholder 3">
            <a:extLst>
              <a:ext uri="{FF2B5EF4-FFF2-40B4-BE49-F238E27FC236}">
                <a16:creationId xmlns:a16="http://schemas.microsoft.com/office/drawing/2014/main" id="{E70C5C40-12F0-C546-8F9E-A3470A3F5A5B}"/>
              </a:ext>
            </a:extLst>
          </p:cNvPr>
          <p:cNvPicPr>
            <a:picLocks noGrp="1" noChangeAspect="1"/>
          </p:cNvPicPr>
          <p:nvPr>
            <p:ph idx="1"/>
          </p:nvPr>
        </p:nvPicPr>
        <p:blipFill>
          <a:blip r:embed="rId2"/>
          <a:stretch>
            <a:fillRect/>
          </a:stretch>
        </p:blipFill>
        <p:spPr>
          <a:xfrm>
            <a:off x="3862615" y="1345675"/>
            <a:ext cx="5736460" cy="5512325"/>
          </a:xfrm>
          <a:prstGeom prst="rect">
            <a:avLst/>
          </a:prstGeom>
        </p:spPr>
      </p:pic>
    </p:spTree>
    <p:extLst>
      <p:ext uri="{BB962C8B-B14F-4D97-AF65-F5344CB8AC3E}">
        <p14:creationId xmlns:p14="http://schemas.microsoft.com/office/powerpoint/2010/main" val="373875480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AAC396D-79C5-8160-B04C-EE9486D6E468}"/>
              </a:ext>
            </a:extLst>
          </p:cNvPr>
          <p:cNvSpPr>
            <a:spLocks noGrp="1"/>
          </p:cNvSpPr>
          <p:nvPr>
            <p:ph type="title"/>
          </p:nvPr>
        </p:nvSpPr>
        <p:spPr/>
        <p:txBody>
          <a:bodyPr/>
          <a:lstStyle/>
          <a:p>
            <a:r>
              <a:rPr lang="en-BD" dirty="0"/>
              <a:t>Problems with Waterfall model</a:t>
            </a:r>
          </a:p>
        </p:txBody>
      </p:sp>
      <p:sp>
        <p:nvSpPr>
          <p:cNvPr id="3" name="Content Placeholder 2">
            <a:extLst>
              <a:ext uri="{FF2B5EF4-FFF2-40B4-BE49-F238E27FC236}">
                <a16:creationId xmlns:a16="http://schemas.microsoft.com/office/drawing/2014/main" id="{3B3D18A5-E2AD-8FB2-DA6A-66665E8FF95E}"/>
              </a:ext>
            </a:extLst>
          </p:cNvPr>
          <p:cNvSpPr>
            <a:spLocks noGrp="1"/>
          </p:cNvSpPr>
          <p:nvPr>
            <p:ph idx="1"/>
          </p:nvPr>
        </p:nvSpPr>
        <p:spPr/>
        <p:txBody>
          <a:bodyPr>
            <a:noAutofit/>
          </a:bodyPr>
          <a:lstStyle/>
          <a:p>
            <a:r>
              <a:rPr lang="en-GB" sz="2200" dirty="0"/>
              <a:t>Real projects rarely follow the sequential flow that the model proposes. Although the linear model can accommodate iteration, it does so indirectly. As a result, changes can cause confusion as the project team proceeds.</a:t>
            </a:r>
          </a:p>
          <a:p>
            <a:r>
              <a:rPr lang="en-GB" sz="2200" dirty="0"/>
              <a:t>It is often difficult for the customer to state all requirements explicitly. The waterfall model requires this and has difficulty accommodating the natural uncertainty that exists at the beginning of many projects.</a:t>
            </a:r>
          </a:p>
          <a:p>
            <a:r>
              <a:rPr lang="en-GB" sz="2200" dirty="0"/>
              <a:t>The customer must have patience. A working version of the program(s) will not be available until late in the project time span. A major blunder, if undetected until the working program is reviewed, can be disastrous.</a:t>
            </a:r>
            <a:endParaRPr lang="en-BD" sz="2200" dirty="0"/>
          </a:p>
        </p:txBody>
      </p:sp>
    </p:spTree>
    <p:extLst>
      <p:ext uri="{BB962C8B-B14F-4D97-AF65-F5344CB8AC3E}">
        <p14:creationId xmlns:p14="http://schemas.microsoft.com/office/powerpoint/2010/main" val="107054887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A042AD2-11FB-BE0D-8134-1A0078BFD986}"/>
              </a:ext>
            </a:extLst>
          </p:cNvPr>
          <p:cNvSpPr>
            <a:spLocks noGrp="1"/>
          </p:cNvSpPr>
          <p:nvPr>
            <p:ph type="title"/>
          </p:nvPr>
        </p:nvSpPr>
        <p:spPr/>
        <p:txBody>
          <a:bodyPr/>
          <a:lstStyle/>
          <a:p>
            <a:r>
              <a:rPr lang="en-BD" dirty="0"/>
              <a:t>The Incremental Process Model</a:t>
            </a:r>
          </a:p>
        </p:txBody>
      </p:sp>
      <p:pic>
        <p:nvPicPr>
          <p:cNvPr id="4" name="Content Placeholder 3">
            <a:extLst>
              <a:ext uri="{FF2B5EF4-FFF2-40B4-BE49-F238E27FC236}">
                <a16:creationId xmlns:a16="http://schemas.microsoft.com/office/drawing/2014/main" id="{03DBC6F1-6783-A479-423C-18958436E3CA}"/>
              </a:ext>
            </a:extLst>
          </p:cNvPr>
          <p:cNvPicPr>
            <a:picLocks noGrp="1" noChangeAspect="1"/>
          </p:cNvPicPr>
          <p:nvPr>
            <p:ph idx="1"/>
          </p:nvPr>
        </p:nvPicPr>
        <p:blipFill>
          <a:blip r:embed="rId2"/>
          <a:stretch>
            <a:fillRect/>
          </a:stretch>
        </p:blipFill>
        <p:spPr>
          <a:xfrm>
            <a:off x="2700057" y="1740086"/>
            <a:ext cx="8911686" cy="5117914"/>
          </a:xfrm>
          <a:prstGeom prst="rect">
            <a:avLst/>
          </a:prstGeom>
        </p:spPr>
      </p:pic>
    </p:spTree>
    <p:extLst>
      <p:ext uri="{BB962C8B-B14F-4D97-AF65-F5344CB8AC3E}">
        <p14:creationId xmlns:p14="http://schemas.microsoft.com/office/powerpoint/2010/main" val="241759271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8238A6D-E34E-4AF2-2F55-09946B85B380}"/>
              </a:ext>
            </a:extLst>
          </p:cNvPr>
          <p:cNvSpPr>
            <a:spLocks noGrp="1"/>
          </p:cNvSpPr>
          <p:nvPr>
            <p:ph type="title"/>
          </p:nvPr>
        </p:nvSpPr>
        <p:spPr/>
        <p:txBody>
          <a:bodyPr/>
          <a:lstStyle/>
          <a:p>
            <a:r>
              <a:rPr lang="en-GB" dirty="0"/>
              <a:t>Evolutionary Process Models: </a:t>
            </a:r>
            <a:br>
              <a:rPr lang="en-GB" dirty="0"/>
            </a:br>
            <a:r>
              <a:rPr lang="en-BD" dirty="0"/>
              <a:t>The Prototyping paradigm</a:t>
            </a:r>
          </a:p>
        </p:txBody>
      </p:sp>
      <p:pic>
        <p:nvPicPr>
          <p:cNvPr id="4" name="Content Placeholder 3">
            <a:extLst>
              <a:ext uri="{FF2B5EF4-FFF2-40B4-BE49-F238E27FC236}">
                <a16:creationId xmlns:a16="http://schemas.microsoft.com/office/drawing/2014/main" id="{4F3E36EE-17B4-A59B-7450-233B8A4521F2}"/>
              </a:ext>
            </a:extLst>
          </p:cNvPr>
          <p:cNvPicPr>
            <a:picLocks noGrp="1" noChangeAspect="1"/>
          </p:cNvPicPr>
          <p:nvPr>
            <p:ph idx="1"/>
          </p:nvPr>
        </p:nvPicPr>
        <p:blipFill>
          <a:blip r:embed="rId2"/>
          <a:stretch>
            <a:fillRect/>
          </a:stretch>
        </p:blipFill>
        <p:spPr>
          <a:xfrm>
            <a:off x="4054641" y="1889062"/>
            <a:ext cx="5196521" cy="4968937"/>
          </a:xfrm>
          <a:prstGeom prst="rect">
            <a:avLst/>
          </a:prstGeom>
        </p:spPr>
      </p:pic>
    </p:spTree>
    <p:extLst>
      <p:ext uri="{BB962C8B-B14F-4D97-AF65-F5344CB8AC3E}">
        <p14:creationId xmlns:p14="http://schemas.microsoft.com/office/powerpoint/2010/main" val="403299663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8CDBCB2-6E5D-24B6-610E-92AFC2D94B47}"/>
              </a:ext>
            </a:extLst>
          </p:cNvPr>
          <p:cNvSpPr>
            <a:spLocks noGrp="1"/>
          </p:cNvSpPr>
          <p:nvPr>
            <p:ph type="title"/>
          </p:nvPr>
        </p:nvSpPr>
        <p:spPr/>
        <p:txBody>
          <a:bodyPr/>
          <a:lstStyle/>
          <a:p>
            <a:r>
              <a:rPr lang="en-BD" dirty="0"/>
              <a:t>Problems with prototyping</a:t>
            </a:r>
          </a:p>
        </p:txBody>
      </p:sp>
      <p:sp>
        <p:nvSpPr>
          <p:cNvPr id="3" name="Content Placeholder 2">
            <a:extLst>
              <a:ext uri="{FF2B5EF4-FFF2-40B4-BE49-F238E27FC236}">
                <a16:creationId xmlns:a16="http://schemas.microsoft.com/office/drawing/2014/main" id="{BE5A3937-AE75-F6D6-CA11-932B4A93AFC1}"/>
              </a:ext>
            </a:extLst>
          </p:cNvPr>
          <p:cNvSpPr>
            <a:spLocks noGrp="1"/>
          </p:cNvSpPr>
          <p:nvPr>
            <p:ph idx="1"/>
          </p:nvPr>
        </p:nvSpPr>
        <p:spPr>
          <a:xfrm>
            <a:off x="2480928" y="1652337"/>
            <a:ext cx="8915400" cy="3777622"/>
          </a:xfrm>
        </p:spPr>
        <p:txBody>
          <a:bodyPr>
            <a:noAutofit/>
          </a:bodyPr>
          <a:lstStyle/>
          <a:p>
            <a:r>
              <a:rPr lang="en-GB" sz="2200" dirty="0"/>
              <a:t>Stakeholders see what appears to be a working version of the software, unaware that the prototype is held together haphazardly, unaware that in the rush to get it working you haven’t considered overall software quality or long-term maintainability. </a:t>
            </a:r>
          </a:p>
          <a:p>
            <a:r>
              <a:rPr lang="en-GB" sz="2200" dirty="0"/>
              <a:t>As a software engineer, you often make implementation compromises in order to get a prototype working quickly. An inappropriate operating system or programming language may be used simply because it is available and known; an inefficient algorithm may be implemented simply to demonstrate capability. After a time, you may become comfortable with these choices and forget all the reasons why they were inappropriate. The less-than-ideal choice has now become an integral part of the system.</a:t>
            </a:r>
            <a:endParaRPr lang="en-BD" sz="2200" dirty="0"/>
          </a:p>
        </p:txBody>
      </p:sp>
    </p:spTree>
    <p:extLst>
      <p:ext uri="{BB962C8B-B14F-4D97-AF65-F5344CB8AC3E}">
        <p14:creationId xmlns:p14="http://schemas.microsoft.com/office/powerpoint/2010/main" val="210581748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5B2556D-0E15-E2E0-7024-1F007FC51924}"/>
              </a:ext>
            </a:extLst>
          </p:cNvPr>
          <p:cNvSpPr>
            <a:spLocks noGrp="1"/>
          </p:cNvSpPr>
          <p:nvPr>
            <p:ph type="title"/>
          </p:nvPr>
        </p:nvSpPr>
        <p:spPr/>
        <p:txBody>
          <a:bodyPr/>
          <a:lstStyle/>
          <a:p>
            <a:r>
              <a:rPr lang="en-GB" dirty="0"/>
              <a:t>Evolutionary Process Models: </a:t>
            </a:r>
            <a:br>
              <a:rPr lang="en-GB" dirty="0"/>
            </a:br>
            <a:r>
              <a:rPr lang="en-GB" dirty="0"/>
              <a:t>The </a:t>
            </a:r>
            <a:r>
              <a:rPr lang="en-BD" dirty="0"/>
              <a:t>Spiral Model</a:t>
            </a:r>
          </a:p>
        </p:txBody>
      </p:sp>
      <p:pic>
        <p:nvPicPr>
          <p:cNvPr id="4" name="Content Placeholder 3">
            <a:extLst>
              <a:ext uri="{FF2B5EF4-FFF2-40B4-BE49-F238E27FC236}">
                <a16:creationId xmlns:a16="http://schemas.microsoft.com/office/drawing/2014/main" id="{0D71C0ED-30E6-056E-BCDF-A2D22C2928F1}"/>
              </a:ext>
            </a:extLst>
          </p:cNvPr>
          <p:cNvPicPr>
            <a:picLocks noGrp="1" noChangeAspect="1"/>
          </p:cNvPicPr>
          <p:nvPr>
            <p:ph idx="1"/>
          </p:nvPr>
        </p:nvPicPr>
        <p:blipFill>
          <a:blip r:embed="rId2"/>
          <a:stretch>
            <a:fillRect/>
          </a:stretch>
        </p:blipFill>
        <p:spPr>
          <a:xfrm>
            <a:off x="2873807" y="2133600"/>
            <a:ext cx="6973666" cy="4724400"/>
          </a:xfrm>
          <a:prstGeom prst="rect">
            <a:avLst/>
          </a:prstGeom>
        </p:spPr>
      </p:pic>
    </p:spTree>
    <p:extLst>
      <p:ext uri="{BB962C8B-B14F-4D97-AF65-F5344CB8AC3E}">
        <p14:creationId xmlns:p14="http://schemas.microsoft.com/office/powerpoint/2010/main" val="91683247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0A8AAAC-ADA7-0887-C69F-FCE8A44998BB}"/>
              </a:ext>
            </a:extLst>
          </p:cNvPr>
          <p:cNvSpPr>
            <a:spLocks noGrp="1"/>
          </p:cNvSpPr>
          <p:nvPr>
            <p:ph type="title"/>
          </p:nvPr>
        </p:nvSpPr>
        <p:spPr/>
        <p:txBody>
          <a:bodyPr/>
          <a:lstStyle/>
          <a:p>
            <a:r>
              <a:rPr lang="en-BD" dirty="0"/>
              <a:t>Concurrent Model</a:t>
            </a:r>
          </a:p>
        </p:txBody>
      </p:sp>
      <p:pic>
        <p:nvPicPr>
          <p:cNvPr id="4" name="Content Placeholder 3">
            <a:extLst>
              <a:ext uri="{FF2B5EF4-FFF2-40B4-BE49-F238E27FC236}">
                <a16:creationId xmlns:a16="http://schemas.microsoft.com/office/drawing/2014/main" id="{D166F76D-F6C3-ECE3-05DC-66A1F504F7E1}"/>
              </a:ext>
            </a:extLst>
          </p:cNvPr>
          <p:cNvPicPr>
            <a:picLocks noGrp="1" noChangeAspect="1"/>
          </p:cNvPicPr>
          <p:nvPr>
            <p:ph idx="1"/>
          </p:nvPr>
        </p:nvPicPr>
        <p:blipFill>
          <a:blip r:embed="rId2"/>
          <a:stretch>
            <a:fillRect/>
          </a:stretch>
        </p:blipFill>
        <p:spPr>
          <a:xfrm>
            <a:off x="4788503" y="1264145"/>
            <a:ext cx="4427686" cy="5659556"/>
          </a:xfrm>
          <a:prstGeom prst="rect">
            <a:avLst/>
          </a:prstGeom>
        </p:spPr>
      </p:pic>
    </p:spTree>
    <p:extLst>
      <p:ext uri="{BB962C8B-B14F-4D97-AF65-F5344CB8AC3E}">
        <p14:creationId xmlns:p14="http://schemas.microsoft.com/office/powerpoint/2010/main" val="409320868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382F890-2A83-97B7-535D-C1F749436973}"/>
              </a:ext>
            </a:extLst>
          </p:cNvPr>
          <p:cNvSpPr>
            <a:spLocks noGrp="1"/>
          </p:cNvSpPr>
          <p:nvPr>
            <p:ph type="title"/>
          </p:nvPr>
        </p:nvSpPr>
        <p:spPr/>
        <p:txBody>
          <a:bodyPr/>
          <a:lstStyle/>
          <a:p>
            <a:r>
              <a:rPr lang="en-BD" dirty="0"/>
              <a:t>The RAD Model</a:t>
            </a:r>
          </a:p>
        </p:txBody>
      </p:sp>
      <p:pic>
        <p:nvPicPr>
          <p:cNvPr id="4" name="Content Placeholder 3">
            <a:extLst>
              <a:ext uri="{FF2B5EF4-FFF2-40B4-BE49-F238E27FC236}">
                <a16:creationId xmlns:a16="http://schemas.microsoft.com/office/drawing/2014/main" id="{DC66CE0F-A384-EA2C-C8F6-8B08A4F87EE0}"/>
              </a:ext>
            </a:extLst>
          </p:cNvPr>
          <p:cNvPicPr>
            <a:picLocks noGrp="1" noChangeAspect="1"/>
          </p:cNvPicPr>
          <p:nvPr>
            <p:ph idx="1"/>
          </p:nvPr>
        </p:nvPicPr>
        <p:blipFill>
          <a:blip r:embed="rId2"/>
          <a:stretch>
            <a:fillRect/>
          </a:stretch>
        </p:blipFill>
        <p:spPr>
          <a:xfrm>
            <a:off x="3575384" y="1352633"/>
            <a:ext cx="5041231" cy="5505367"/>
          </a:xfrm>
          <a:prstGeom prst="rect">
            <a:avLst/>
          </a:prstGeom>
        </p:spPr>
      </p:pic>
    </p:spTree>
    <p:extLst>
      <p:ext uri="{BB962C8B-B14F-4D97-AF65-F5344CB8AC3E}">
        <p14:creationId xmlns:p14="http://schemas.microsoft.com/office/powerpoint/2010/main" val="257026387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F6F956C-5A6C-7D60-DB0F-71115F747640}"/>
              </a:ext>
            </a:extLst>
          </p:cNvPr>
          <p:cNvSpPr>
            <a:spLocks noGrp="1"/>
          </p:cNvSpPr>
          <p:nvPr>
            <p:ph type="title"/>
          </p:nvPr>
        </p:nvSpPr>
        <p:spPr/>
        <p:txBody>
          <a:bodyPr/>
          <a:lstStyle/>
          <a:p>
            <a:r>
              <a:rPr lang="en-BD" dirty="0"/>
              <a:t>The RAD Model</a:t>
            </a:r>
          </a:p>
        </p:txBody>
      </p:sp>
      <p:sp>
        <p:nvSpPr>
          <p:cNvPr id="3" name="Content Placeholder 2">
            <a:extLst>
              <a:ext uri="{FF2B5EF4-FFF2-40B4-BE49-F238E27FC236}">
                <a16:creationId xmlns:a16="http://schemas.microsoft.com/office/drawing/2014/main" id="{40D6C215-0B73-24B5-EEEC-E516A25F4CA8}"/>
              </a:ext>
            </a:extLst>
          </p:cNvPr>
          <p:cNvSpPr>
            <a:spLocks noGrp="1"/>
          </p:cNvSpPr>
          <p:nvPr>
            <p:ph idx="1"/>
          </p:nvPr>
        </p:nvSpPr>
        <p:spPr>
          <a:xfrm>
            <a:off x="2589212" y="1772653"/>
            <a:ext cx="8915400" cy="3777622"/>
          </a:xfrm>
        </p:spPr>
        <p:txBody>
          <a:bodyPr>
            <a:noAutofit/>
          </a:bodyPr>
          <a:lstStyle/>
          <a:p>
            <a:r>
              <a:rPr lang="en-BD" sz="2000" b="1" dirty="0">
                <a:latin typeface="Times New Roman" panose="02020603050405020304" pitchFamily="18" charset="0"/>
                <a:cs typeface="Times New Roman" panose="02020603050405020304" pitchFamily="18" charset="0"/>
              </a:rPr>
              <a:t>Business Modeling:</a:t>
            </a:r>
            <a:r>
              <a:rPr lang="en-BD" sz="2000" dirty="0">
                <a:latin typeface="Times New Roman" panose="02020603050405020304" pitchFamily="18" charset="0"/>
                <a:cs typeface="Times New Roman" panose="02020603050405020304" pitchFamily="18" charset="0"/>
              </a:rPr>
              <a:t> </a:t>
            </a:r>
            <a:r>
              <a:rPr lang="en-GB" sz="2000" dirty="0">
                <a:effectLst/>
                <a:latin typeface="Times New Roman" panose="02020603050405020304" pitchFamily="18" charset="0"/>
                <a:cs typeface="Times New Roman" panose="02020603050405020304" pitchFamily="18" charset="0"/>
              </a:rPr>
              <a:t>What information drives the business process? What information is generated? Who generates it? Where does the </a:t>
            </a:r>
            <a:r>
              <a:rPr lang="en-GB" sz="2000" dirty="0" err="1">
                <a:effectLst/>
                <a:latin typeface="Times New Roman" panose="02020603050405020304" pitchFamily="18" charset="0"/>
                <a:cs typeface="Times New Roman" panose="02020603050405020304" pitchFamily="18" charset="0"/>
              </a:rPr>
              <a:t>infor</a:t>
            </a:r>
            <a:r>
              <a:rPr lang="en-GB" sz="2000" dirty="0">
                <a:effectLst/>
                <a:latin typeface="Times New Roman" panose="02020603050405020304" pitchFamily="18" charset="0"/>
                <a:cs typeface="Times New Roman" panose="02020603050405020304" pitchFamily="18" charset="0"/>
              </a:rPr>
              <a:t>- </a:t>
            </a:r>
            <a:r>
              <a:rPr lang="en-GB" sz="2000" dirty="0" err="1">
                <a:effectLst/>
                <a:latin typeface="Times New Roman" panose="02020603050405020304" pitchFamily="18" charset="0"/>
                <a:cs typeface="Times New Roman" panose="02020603050405020304" pitchFamily="18" charset="0"/>
              </a:rPr>
              <a:t>mation</a:t>
            </a:r>
            <a:r>
              <a:rPr lang="en-GB" sz="2000" dirty="0">
                <a:effectLst/>
                <a:latin typeface="Times New Roman" panose="02020603050405020304" pitchFamily="18" charset="0"/>
                <a:cs typeface="Times New Roman" panose="02020603050405020304" pitchFamily="18" charset="0"/>
              </a:rPr>
              <a:t> go? Who processes it? </a:t>
            </a:r>
            <a:endParaRPr lang="en-GB" sz="2000" dirty="0">
              <a:latin typeface="Times New Roman" panose="02020603050405020304" pitchFamily="18" charset="0"/>
              <a:cs typeface="Times New Roman" panose="02020603050405020304" pitchFamily="18" charset="0"/>
            </a:endParaRPr>
          </a:p>
          <a:p>
            <a:r>
              <a:rPr lang="en-GB" sz="2000" b="1" dirty="0">
                <a:effectLst/>
                <a:latin typeface="Times New Roman" panose="02020603050405020304" pitchFamily="18" charset="0"/>
                <a:cs typeface="Times New Roman" panose="02020603050405020304" pitchFamily="18" charset="0"/>
              </a:rPr>
              <a:t>Data modelling</a:t>
            </a:r>
            <a:r>
              <a:rPr lang="en-GB" sz="2000" b="1" dirty="0">
                <a:latin typeface="Times New Roman" panose="02020603050405020304" pitchFamily="18" charset="0"/>
                <a:cs typeface="Times New Roman" panose="02020603050405020304" pitchFamily="18" charset="0"/>
              </a:rPr>
              <a:t>:</a:t>
            </a:r>
            <a:r>
              <a:rPr lang="en-GB" sz="2000" b="1" dirty="0">
                <a:effectLst/>
                <a:latin typeface="Times New Roman" panose="02020603050405020304" pitchFamily="18" charset="0"/>
                <a:cs typeface="Times New Roman" panose="02020603050405020304" pitchFamily="18" charset="0"/>
              </a:rPr>
              <a:t> </a:t>
            </a:r>
            <a:r>
              <a:rPr lang="en-GB" sz="2000" dirty="0">
                <a:effectLst/>
                <a:latin typeface="Times New Roman" panose="02020603050405020304" pitchFamily="18" charset="0"/>
                <a:cs typeface="Times New Roman" panose="02020603050405020304" pitchFamily="18" charset="0"/>
              </a:rPr>
              <a:t>The information flow defined as part of the business </a:t>
            </a:r>
            <a:r>
              <a:rPr lang="en-GB" sz="2000" dirty="0" err="1">
                <a:effectLst/>
                <a:latin typeface="Times New Roman" panose="02020603050405020304" pitchFamily="18" charset="0"/>
                <a:cs typeface="Times New Roman" panose="02020603050405020304" pitchFamily="18" charset="0"/>
              </a:rPr>
              <a:t>modeling</a:t>
            </a:r>
            <a:r>
              <a:rPr lang="en-GB" sz="2000" dirty="0">
                <a:effectLst/>
                <a:latin typeface="Times New Roman" panose="02020603050405020304" pitchFamily="18" charset="0"/>
                <a:cs typeface="Times New Roman" panose="02020603050405020304" pitchFamily="18" charset="0"/>
              </a:rPr>
              <a:t> phase is refined into a set of data objects that are needed to support the business </a:t>
            </a:r>
            <a:endParaRPr lang="en-GB" sz="2000" dirty="0">
              <a:latin typeface="Times New Roman" panose="02020603050405020304" pitchFamily="18" charset="0"/>
              <a:cs typeface="Times New Roman" panose="02020603050405020304" pitchFamily="18" charset="0"/>
            </a:endParaRPr>
          </a:p>
          <a:p>
            <a:r>
              <a:rPr lang="en-GB" sz="2000" b="1" dirty="0">
                <a:effectLst/>
                <a:latin typeface="Times New Roman" panose="02020603050405020304" pitchFamily="18" charset="0"/>
                <a:cs typeface="Times New Roman" panose="02020603050405020304" pitchFamily="18" charset="0"/>
              </a:rPr>
              <a:t>Process modelling</a:t>
            </a:r>
            <a:r>
              <a:rPr lang="en-GB" sz="2000" b="1" dirty="0">
                <a:latin typeface="Times New Roman" panose="02020603050405020304" pitchFamily="18" charset="0"/>
                <a:cs typeface="Times New Roman" panose="02020603050405020304" pitchFamily="18" charset="0"/>
              </a:rPr>
              <a:t>:</a:t>
            </a:r>
            <a:r>
              <a:rPr lang="en-GB" sz="2000" b="1" dirty="0">
                <a:effectLst/>
                <a:latin typeface="Times New Roman" panose="02020603050405020304" pitchFamily="18" charset="0"/>
                <a:cs typeface="Times New Roman" panose="02020603050405020304" pitchFamily="18" charset="0"/>
              </a:rPr>
              <a:t> </a:t>
            </a:r>
            <a:r>
              <a:rPr lang="en-GB" sz="2000" dirty="0">
                <a:effectLst/>
                <a:latin typeface="Times New Roman" panose="02020603050405020304" pitchFamily="18" charset="0"/>
                <a:cs typeface="Times New Roman" panose="02020603050405020304" pitchFamily="18" charset="0"/>
              </a:rPr>
              <a:t>The data objects defined in the data </a:t>
            </a:r>
            <a:r>
              <a:rPr lang="en-GB" sz="2000" dirty="0" err="1">
                <a:effectLst/>
                <a:latin typeface="Times New Roman" panose="02020603050405020304" pitchFamily="18" charset="0"/>
                <a:cs typeface="Times New Roman" panose="02020603050405020304" pitchFamily="18" charset="0"/>
              </a:rPr>
              <a:t>modeling</a:t>
            </a:r>
            <a:r>
              <a:rPr lang="en-GB" sz="2000" dirty="0">
                <a:effectLst/>
                <a:latin typeface="Times New Roman" panose="02020603050405020304" pitchFamily="18" charset="0"/>
                <a:cs typeface="Times New Roman" panose="02020603050405020304" pitchFamily="18" charset="0"/>
              </a:rPr>
              <a:t> phase are trans- formed to achieve the information flow necessary to implement a business function. Processing descriptions are created for adding, modifying, deleting, or retrieving a data object. </a:t>
            </a:r>
            <a:endParaRPr lang="en-GB" sz="2000" dirty="0">
              <a:latin typeface="Times New Roman" panose="02020603050405020304" pitchFamily="18" charset="0"/>
              <a:cs typeface="Times New Roman" panose="02020603050405020304" pitchFamily="18" charset="0"/>
            </a:endParaRPr>
          </a:p>
          <a:p>
            <a:r>
              <a:rPr lang="en-GB" sz="2000" b="1" dirty="0">
                <a:effectLst/>
                <a:latin typeface="Times New Roman" panose="02020603050405020304" pitchFamily="18" charset="0"/>
                <a:cs typeface="Times New Roman" panose="02020603050405020304" pitchFamily="18" charset="0"/>
              </a:rPr>
              <a:t>Application generation</a:t>
            </a:r>
            <a:endParaRPr lang="en-GB" sz="2000" dirty="0">
              <a:latin typeface="Times New Roman" panose="02020603050405020304" pitchFamily="18" charset="0"/>
              <a:cs typeface="Times New Roman" panose="02020603050405020304" pitchFamily="18" charset="0"/>
            </a:endParaRPr>
          </a:p>
          <a:p>
            <a:r>
              <a:rPr lang="en-GB" sz="2000" b="1" dirty="0">
                <a:effectLst/>
                <a:latin typeface="Times New Roman" panose="02020603050405020304" pitchFamily="18" charset="0"/>
                <a:cs typeface="Times New Roman" panose="02020603050405020304" pitchFamily="18" charset="0"/>
              </a:rPr>
              <a:t>Testing and turnover: </a:t>
            </a:r>
            <a:r>
              <a:rPr lang="en-GB" sz="2000" dirty="0">
                <a:effectLst/>
                <a:latin typeface="Times New Roman" panose="02020603050405020304" pitchFamily="18" charset="0"/>
                <a:cs typeface="Times New Roman" panose="02020603050405020304" pitchFamily="18" charset="0"/>
              </a:rPr>
              <a:t>Since the RAD process emphasizes reuse, many of the pro- gram components have already been tested. This reduces overall testing time. How- ever, new components must be tested and all interfaces must be fully exercised. </a:t>
            </a:r>
            <a:endParaRPr lang="en-GB" sz="2000" dirty="0">
              <a:latin typeface="Times New Roman" panose="02020603050405020304" pitchFamily="18" charset="0"/>
              <a:cs typeface="Times New Roman" panose="02020603050405020304" pitchFamily="18" charset="0"/>
            </a:endParaRPr>
          </a:p>
          <a:p>
            <a:endParaRPr lang="en-BD" sz="20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29813124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79F9EDD-D95F-5A6E-BFA8-BAF525C35096}"/>
              </a:ext>
            </a:extLst>
          </p:cNvPr>
          <p:cNvSpPr>
            <a:spLocks noGrp="1"/>
          </p:cNvSpPr>
          <p:nvPr>
            <p:ph type="title"/>
          </p:nvPr>
        </p:nvSpPr>
        <p:spPr/>
        <p:txBody>
          <a:bodyPr/>
          <a:lstStyle/>
          <a:p>
            <a:r>
              <a:rPr lang="en-BD" dirty="0"/>
              <a:t>Drawbacks of RAD model</a:t>
            </a:r>
          </a:p>
        </p:txBody>
      </p:sp>
      <p:sp>
        <p:nvSpPr>
          <p:cNvPr id="3" name="Content Placeholder 2">
            <a:extLst>
              <a:ext uri="{FF2B5EF4-FFF2-40B4-BE49-F238E27FC236}">
                <a16:creationId xmlns:a16="http://schemas.microsoft.com/office/drawing/2014/main" id="{6EB7BE09-577B-A23E-65C9-88AFCCDBC66C}"/>
              </a:ext>
            </a:extLst>
          </p:cNvPr>
          <p:cNvSpPr>
            <a:spLocks noGrp="1"/>
          </p:cNvSpPr>
          <p:nvPr>
            <p:ph idx="1"/>
          </p:nvPr>
        </p:nvSpPr>
        <p:spPr>
          <a:xfrm>
            <a:off x="2589212" y="1540189"/>
            <a:ext cx="8915400" cy="3777622"/>
          </a:xfrm>
        </p:spPr>
        <p:txBody>
          <a:bodyPr>
            <a:noAutofit/>
          </a:bodyPr>
          <a:lstStyle/>
          <a:p>
            <a:pPr algn="just">
              <a:buFont typeface="Arial" panose="020B0604020202020204" pitchFamily="34" charset="0"/>
              <a:buChar char="•"/>
            </a:pPr>
            <a:r>
              <a:rPr lang="en-GB" sz="2200" dirty="0">
                <a:effectLst/>
                <a:latin typeface="Times New Roman" panose="02020603050405020304" pitchFamily="18" charset="0"/>
                <a:cs typeface="Times New Roman" panose="02020603050405020304" pitchFamily="18" charset="0"/>
              </a:rPr>
              <a:t>For large but scalable projects, RAD requires sufficient human resources to create the right number of RAD teams. </a:t>
            </a:r>
          </a:p>
          <a:p>
            <a:pPr algn="just">
              <a:buFont typeface="Arial" panose="020B0604020202020204" pitchFamily="34" charset="0"/>
              <a:buChar char="•"/>
            </a:pPr>
            <a:r>
              <a:rPr lang="en-GB" sz="2200" dirty="0">
                <a:effectLst/>
                <a:latin typeface="Times New Roman" panose="02020603050405020304" pitchFamily="18" charset="0"/>
                <a:cs typeface="Times New Roman" panose="02020603050405020304" pitchFamily="18" charset="0"/>
              </a:rPr>
              <a:t>RAD requires developers and customers who are committed to the rapid-fire activities necessary to get a system complete in a much abbreviated time frame. If commitment is lacking from either constituency, RAD projects will fail. </a:t>
            </a:r>
          </a:p>
          <a:p>
            <a:pPr algn="just">
              <a:buFont typeface="Arial" panose="020B0604020202020204" pitchFamily="34" charset="0"/>
              <a:buChar char="•"/>
            </a:pPr>
            <a:r>
              <a:rPr lang="en-GB" sz="2200" dirty="0">
                <a:effectLst/>
                <a:latin typeface="Times New Roman" panose="02020603050405020304" pitchFamily="18" charset="0"/>
                <a:cs typeface="Times New Roman" panose="02020603050405020304" pitchFamily="18" charset="0"/>
              </a:rPr>
              <a:t>Not all types of applications are appropriate for RAD. If a system cannot be properly modularized, building the components necessary for RAD will be problematic. If high performance is an issue and performance is to be achieved through tuning the interfaces to system components, the RAD approach may not work. </a:t>
            </a:r>
          </a:p>
          <a:p>
            <a:pPr algn="just">
              <a:buFont typeface="Arial" panose="020B0604020202020204" pitchFamily="34" charset="0"/>
              <a:buChar char="•"/>
            </a:pPr>
            <a:r>
              <a:rPr lang="en-GB" sz="2200" dirty="0">
                <a:effectLst/>
                <a:latin typeface="Times New Roman" panose="02020603050405020304" pitchFamily="18" charset="0"/>
                <a:cs typeface="Times New Roman" panose="02020603050405020304" pitchFamily="18" charset="0"/>
              </a:rPr>
              <a:t>RAD is not appropriate when technical risks are high. This occurs when a new application makes heavy use of new technology or when the new software requires a high degree of interoperability with existing computer programs. </a:t>
            </a:r>
          </a:p>
          <a:p>
            <a:pPr algn="just"/>
            <a:endParaRPr lang="en-BD" sz="22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17190533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28F5E1C-C776-9AB7-CD5E-BCF67D8992CB}"/>
              </a:ext>
            </a:extLst>
          </p:cNvPr>
          <p:cNvSpPr>
            <a:spLocks noGrp="1"/>
          </p:cNvSpPr>
          <p:nvPr>
            <p:ph type="title"/>
          </p:nvPr>
        </p:nvSpPr>
        <p:spPr/>
        <p:txBody>
          <a:bodyPr/>
          <a:lstStyle/>
          <a:p>
            <a:r>
              <a:rPr lang="en-BD" dirty="0"/>
              <a:t>WINWIN Spiral Model</a:t>
            </a:r>
          </a:p>
        </p:txBody>
      </p:sp>
      <p:pic>
        <p:nvPicPr>
          <p:cNvPr id="4" name="Content Placeholder 3">
            <a:extLst>
              <a:ext uri="{FF2B5EF4-FFF2-40B4-BE49-F238E27FC236}">
                <a16:creationId xmlns:a16="http://schemas.microsoft.com/office/drawing/2014/main" id="{11C9E393-98AE-03BE-83E8-BCBD1D3AB830}"/>
              </a:ext>
            </a:extLst>
          </p:cNvPr>
          <p:cNvPicPr>
            <a:picLocks noGrp="1" noChangeAspect="1"/>
          </p:cNvPicPr>
          <p:nvPr>
            <p:ph idx="1"/>
          </p:nvPr>
        </p:nvPicPr>
        <p:blipFill>
          <a:blip r:embed="rId2"/>
          <a:stretch>
            <a:fillRect/>
          </a:stretch>
        </p:blipFill>
        <p:spPr>
          <a:xfrm>
            <a:off x="2690840" y="2133600"/>
            <a:ext cx="8391755" cy="4435642"/>
          </a:xfrm>
          <a:prstGeom prst="rect">
            <a:avLst/>
          </a:prstGeom>
        </p:spPr>
      </p:pic>
    </p:spTree>
    <p:extLst>
      <p:ext uri="{BB962C8B-B14F-4D97-AF65-F5344CB8AC3E}">
        <p14:creationId xmlns:p14="http://schemas.microsoft.com/office/powerpoint/2010/main" val="129284677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843C002-33EB-968C-AC0B-1262B282CE1E}"/>
              </a:ext>
            </a:extLst>
          </p:cNvPr>
          <p:cNvSpPr>
            <a:spLocks noGrp="1"/>
          </p:cNvSpPr>
          <p:nvPr>
            <p:ph type="title"/>
          </p:nvPr>
        </p:nvSpPr>
        <p:spPr/>
        <p:txBody>
          <a:bodyPr/>
          <a:lstStyle/>
          <a:p>
            <a:r>
              <a:rPr lang="en-BD" dirty="0"/>
              <a:t>Component Based Development</a:t>
            </a:r>
          </a:p>
        </p:txBody>
      </p:sp>
      <p:pic>
        <p:nvPicPr>
          <p:cNvPr id="4" name="Content Placeholder 3">
            <a:extLst>
              <a:ext uri="{FF2B5EF4-FFF2-40B4-BE49-F238E27FC236}">
                <a16:creationId xmlns:a16="http://schemas.microsoft.com/office/drawing/2014/main" id="{4308FC53-5809-0DD9-CB5E-28680595B4AC}"/>
              </a:ext>
            </a:extLst>
          </p:cNvPr>
          <p:cNvPicPr>
            <a:picLocks noGrp="1" noChangeAspect="1"/>
          </p:cNvPicPr>
          <p:nvPr>
            <p:ph idx="1"/>
          </p:nvPr>
        </p:nvPicPr>
        <p:blipFill>
          <a:blip r:embed="rId2"/>
          <a:stretch>
            <a:fillRect/>
          </a:stretch>
        </p:blipFill>
        <p:spPr>
          <a:xfrm>
            <a:off x="2245735" y="1729819"/>
            <a:ext cx="9258877" cy="4959739"/>
          </a:xfrm>
          <a:prstGeom prst="rect">
            <a:avLst/>
          </a:prstGeom>
        </p:spPr>
      </p:pic>
      <mc:AlternateContent xmlns:mc="http://schemas.openxmlformats.org/markup-compatibility/2006">
        <mc:Choice xmlns:p14="http://schemas.microsoft.com/office/powerpoint/2010/main" Requires="p14">
          <p:contentPart p14:bwMode="auto" r:id="rId3">
            <p14:nvContentPartPr>
              <p14:cNvPr id="5" name="Ink 4">
                <a:extLst>
                  <a:ext uri="{FF2B5EF4-FFF2-40B4-BE49-F238E27FC236}">
                    <a16:creationId xmlns:a16="http://schemas.microsoft.com/office/drawing/2014/main" id="{13E895C3-B365-868B-5C3C-C3BF774C890D}"/>
                  </a:ext>
                </a:extLst>
              </p14:cNvPr>
              <p14:cNvContentPartPr/>
              <p14:nvPr/>
            </p14:nvContentPartPr>
            <p14:xfrm>
              <a:off x="2450274" y="2497225"/>
              <a:ext cx="360" cy="360"/>
            </p14:xfrm>
          </p:contentPart>
        </mc:Choice>
        <mc:Fallback>
          <p:pic>
            <p:nvPicPr>
              <p:cNvPr id="5" name="Ink 4">
                <a:extLst>
                  <a:ext uri="{FF2B5EF4-FFF2-40B4-BE49-F238E27FC236}">
                    <a16:creationId xmlns:a16="http://schemas.microsoft.com/office/drawing/2014/main" id="{13E895C3-B365-868B-5C3C-C3BF774C890D}"/>
                  </a:ext>
                </a:extLst>
              </p:cNvPr>
              <p:cNvPicPr/>
              <p:nvPr/>
            </p:nvPicPr>
            <p:blipFill>
              <a:blip r:embed="rId4"/>
              <a:stretch>
                <a:fillRect/>
              </a:stretch>
            </p:blipFill>
            <p:spPr>
              <a:xfrm>
                <a:off x="2387274" y="2434225"/>
                <a:ext cx="126000" cy="126000"/>
              </a:xfrm>
              <a:prstGeom prst="rect">
                <a:avLst/>
              </a:prstGeom>
            </p:spPr>
          </p:pic>
        </mc:Fallback>
      </mc:AlternateContent>
      <mc:AlternateContent xmlns:mc="http://schemas.openxmlformats.org/markup-compatibility/2006">
        <mc:Choice xmlns:p14="http://schemas.microsoft.com/office/powerpoint/2010/main" Requires="p14">
          <p:contentPart p14:bwMode="auto" r:id="rId5">
            <p14:nvContentPartPr>
              <p14:cNvPr id="7" name="Ink 6">
                <a:extLst>
                  <a:ext uri="{FF2B5EF4-FFF2-40B4-BE49-F238E27FC236}">
                    <a16:creationId xmlns:a16="http://schemas.microsoft.com/office/drawing/2014/main" id="{2B914148-35B1-74DE-247C-95F61A646213}"/>
                  </a:ext>
                </a:extLst>
              </p14:cNvPr>
              <p14:cNvContentPartPr/>
              <p14:nvPr/>
            </p14:nvContentPartPr>
            <p14:xfrm>
              <a:off x="2307354" y="1825825"/>
              <a:ext cx="1279440" cy="872280"/>
            </p14:xfrm>
          </p:contentPart>
        </mc:Choice>
        <mc:Fallback>
          <p:pic>
            <p:nvPicPr>
              <p:cNvPr id="7" name="Ink 6">
                <a:extLst>
                  <a:ext uri="{FF2B5EF4-FFF2-40B4-BE49-F238E27FC236}">
                    <a16:creationId xmlns:a16="http://schemas.microsoft.com/office/drawing/2014/main" id="{2B914148-35B1-74DE-247C-95F61A646213}"/>
                  </a:ext>
                </a:extLst>
              </p:cNvPr>
              <p:cNvPicPr/>
              <p:nvPr/>
            </p:nvPicPr>
            <p:blipFill>
              <a:blip r:embed="rId6"/>
              <a:stretch>
                <a:fillRect/>
              </a:stretch>
            </p:blipFill>
            <p:spPr>
              <a:xfrm>
                <a:off x="2244354" y="1763185"/>
                <a:ext cx="1405080" cy="997920"/>
              </a:xfrm>
              <a:prstGeom prst="rect">
                <a:avLst/>
              </a:prstGeom>
            </p:spPr>
          </p:pic>
        </mc:Fallback>
      </mc:AlternateContent>
      <mc:AlternateContent xmlns:mc="http://schemas.openxmlformats.org/markup-compatibility/2006">
        <mc:Choice xmlns:p14="http://schemas.microsoft.com/office/powerpoint/2010/main" Requires="p14">
          <p:contentPart p14:bwMode="auto" r:id="rId7">
            <p14:nvContentPartPr>
              <p14:cNvPr id="10" name="Ink 9">
                <a:extLst>
                  <a:ext uri="{FF2B5EF4-FFF2-40B4-BE49-F238E27FC236}">
                    <a16:creationId xmlns:a16="http://schemas.microsoft.com/office/drawing/2014/main" id="{0E22F926-822A-0366-02E4-60FCD5AB32B2}"/>
                  </a:ext>
                </a:extLst>
              </p14:cNvPr>
              <p14:cNvContentPartPr/>
              <p14:nvPr/>
            </p14:nvContentPartPr>
            <p14:xfrm>
              <a:off x="5177274" y="2133625"/>
              <a:ext cx="974520" cy="963360"/>
            </p14:xfrm>
          </p:contentPart>
        </mc:Choice>
        <mc:Fallback>
          <p:pic>
            <p:nvPicPr>
              <p:cNvPr id="10" name="Ink 9">
                <a:extLst>
                  <a:ext uri="{FF2B5EF4-FFF2-40B4-BE49-F238E27FC236}">
                    <a16:creationId xmlns:a16="http://schemas.microsoft.com/office/drawing/2014/main" id="{0E22F926-822A-0366-02E4-60FCD5AB32B2}"/>
                  </a:ext>
                </a:extLst>
              </p:cNvPr>
              <p:cNvPicPr/>
              <p:nvPr/>
            </p:nvPicPr>
            <p:blipFill>
              <a:blip r:embed="rId8"/>
              <a:stretch>
                <a:fillRect/>
              </a:stretch>
            </p:blipFill>
            <p:spPr>
              <a:xfrm>
                <a:off x="5069274" y="2025985"/>
                <a:ext cx="1190160" cy="1179000"/>
              </a:xfrm>
              <a:prstGeom prst="rect">
                <a:avLst/>
              </a:prstGeom>
            </p:spPr>
          </p:pic>
        </mc:Fallback>
      </mc:AlternateContent>
    </p:spTree>
    <p:extLst>
      <p:ext uri="{BB962C8B-B14F-4D97-AF65-F5344CB8AC3E}">
        <p14:creationId xmlns:p14="http://schemas.microsoft.com/office/powerpoint/2010/main" val="3180831650"/>
      </p:ext>
    </p:extLst>
  </p:cSld>
  <p:clrMapOvr>
    <a:masterClrMapping/>
  </p:clrMapOvr>
</p:sld>
</file>

<file path=ppt/theme/theme1.xml><?xml version="1.0" encoding="utf-8"?>
<a:theme xmlns:a="http://schemas.openxmlformats.org/drawingml/2006/main" name="Wisp">
  <a:themeElements>
    <a:clrScheme name="Wisp">
      <a:dk1>
        <a:sysClr val="windowText" lastClr="000000"/>
      </a:dk1>
      <a:lt1>
        <a:sysClr val="window" lastClr="FFFFFF"/>
      </a:lt1>
      <a:dk2>
        <a:srgbClr val="766F54"/>
      </a:dk2>
      <a:lt2>
        <a:srgbClr val="E3EACF"/>
      </a:lt2>
      <a:accent1>
        <a:srgbClr val="A53010"/>
      </a:accent1>
      <a:accent2>
        <a:srgbClr val="DE7E18"/>
      </a:accent2>
      <a:accent3>
        <a:srgbClr val="9F8351"/>
      </a:accent3>
      <a:accent4>
        <a:srgbClr val="728653"/>
      </a:accent4>
      <a:accent5>
        <a:srgbClr val="92AA4C"/>
      </a:accent5>
      <a:accent6>
        <a:srgbClr val="6AAC91"/>
      </a:accent6>
      <a:hlink>
        <a:srgbClr val="FB4A18"/>
      </a:hlink>
      <a:folHlink>
        <a:srgbClr val="FB9318"/>
      </a:folHlink>
    </a:clrScheme>
    <a:fontScheme name="Wisp">
      <a:majorFont>
        <a:latin typeface="Century Gothic" panose="020B0502020202020204"/>
        <a:ea typeface=""/>
        <a:cs typeface=""/>
        <a:font script="Jpan" typeface="メイリオ"/>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entury Gothic" panose="020B0502020202020204"/>
        <a:ea typeface=""/>
        <a:cs typeface=""/>
        <a:font script="Jpan" typeface="メイリオ"/>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Wisp">
      <a:fillStyleLst>
        <a:solidFill>
          <a:schemeClr val="phClr"/>
        </a:solidFill>
        <a:solidFill>
          <a:schemeClr val="phClr">
            <a:tint val="70000"/>
            <a:lumMod val="104000"/>
          </a:schemeClr>
        </a:solidFill>
        <a:gradFill rotWithShape="1">
          <a:gsLst>
            <a:gs pos="0">
              <a:schemeClr val="phClr">
                <a:tint val="96000"/>
                <a:lumMod val="104000"/>
              </a:schemeClr>
            </a:gs>
            <a:gs pos="100000">
              <a:schemeClr val="phClr">
                <a:shade val="98000"/>
                <a:lumMod val="94000"/>
              </a:schemeClr>
            </a:gs>
          </a:gsLst>
          <a:lin ang="5400000" scaled="0"/>
        </a:gradFill>
      </a:fillStyleLst>
      <a:lnStyleLst>
        <a:ln w="9525" cap="rnd" cmpd="sng" algn="ctr">
          <a:solidFill>
            <a:schemeClr val="phClr">
              <a:shade val="90000"/>
            </a:schemeClr>
          </a:solidFill>
          <a:prstDash val="solid"/>
        </a:ln>
        <a:ln w="15875" cap="rnd" cmpd="sng" algn="ctr">
          <a:solidFill>
            <a:schemeClr val="phClr"/>
          </a:solidFill>
          <a:prstDash val="solid"/>
        </a:ln>
        <a:ln w="22225" cap="rnd" cmpd="sng" algn="ctr">
          <a:solidFill>
            <a:schemeClr val="phClr"/>
          </a:solidFill>
          <a:prstDash val="solid"/>
        </a:ln>
      </a:lnStyleLst>
      <a:effectStyleLst>
        <a:effectStyle>
          <a:effectLst/>
        </a:effectStyle>
        <a:effectStyle>
          <a:effectLst>
            <a:outerShdw blurRad="38100" dist="25400" dir="5400000" rotWithShape="0">
              <a:srgbClr val="000000">
                <a:alpha val="25000"/>
              </a:srgbClr>
            </a:outerShdw>
          </a:effectLst>
        </a:effectStyle>
        <a:effectStyle>
          <a:effectLst>
            <a:outerShdw blurRad="50800" dist="38100" dir="5400000" rotWithShape="0">
              <a:srgbClr val="000000">
                <a:alpha val="60000"/>
              </a:srgbClr>
            </a:outerShdw>
          </a:effectLst>
        </a:effectStyle>
      </a:effectStyleLst>
      <a:bgFillStyleLst>
        <a:solidFill>
          <a:schemeClr val="phClr"/>
        </a:solidFill>
        <a:gradFill rotWithShape="1">
          <a:gsLst>
            <a:gs pos="0">
              <a:schemeClr val="phClr">
                <a:tint val="90000"/>
                <a:lumMod val="120000"/>
              </a:schemeClr>
            </a:gs>
            <a:gs pos="100000">
              <a:schemeClr val="phClr">
                <a:shade val="98000"/>
                <a:satMod val="120000"/>
                <a:lumMod val="98000"/>
              </a:schemeClr>
            </a:gs>
          </a:gsLst>
          <a:lin ang="5400000" scaled="0"/>
        </a:gradFill>
        <a:gradFill rotWithShape="1">
          <a:gsLst>
            <a:gs pos="0">
              <a:schemeClr val="phClr">
                <a:tint val="90000"/>
                <a:satMod val="92000"/>
                <a:lumMod val="120000"/>
              </a:schemeClr>
            </a:gs>
            <a:gs pos="100000">
              <a:schemeClr val="phClr">
                <a:shade val="98000"/>
                <a:satMod val="120000"/>
                <a:lumMod val="98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Wisp" id="{7CB32D59-10C0-40DD-B7BD-2E94284A981C}" vid="{24B1A44C-C006-48B2-A4D7-E5549B3D8CD4}"/>
    </a:ext>
  </a:extLst>
</a:theme>
</file>

<file path=docProps/app.xml><?xml version="1.0" encoding="utf-8"?>
<Properties xmlns="http://schemas.openxmlformats.org/officeDocument/2006/extended-properties" xmlns:vt="http://schemas.openxmlformats.org/officeDocument/2006/docPropsVTypes">
  <Template>{AA42B1F1-FF07-804D-B716-78988F2EACB6}tf10001069</Template>
  <TotalTime>246</TotalTime>
  <Words>600</Words>
  <Application>Microsoft Macintosh PowerPoint</Application>
  <PresentationFormat>Widescreen</PresentationFormat>
  <Paragraphs>29</Paragraphs>
  <Slides>14</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14</vt:i4>
      </vt:variant>
    </vt:vector>
  </HeadingPairs>
  <TitlesOfParts>
    <vt:vector size="19" baseType="lpstr">
      <vt:lpstr>Arial</vt:lpstr>
      <vt:lpstr>Century Gothic</vt:lpstr>
      <vt:lpstr>Times New Roman</vt:lpstr>
      <vt:lpstr>Wingdings 3</vt:lpstr>
      <vt:lpstr>Wisp</vt:lpstr>
      <vt:lpstr>CSE 3105 Software Engineering</vt:lpstr>
      <vt:lpstr>Waterfall Process Model</vt:lpstr>
      <vt:lpstr>The V-Model</vt:lpstr>
      <vt:lpstr>Problems with Waterfall model</vt:lpstr>
      <vt:lpstr>The Incremental Process Model</vt:lpstr>
      <vt:lpstr>Evolutionary Process Models:  The Prototyping paradigm</vt:lpstr>
      <vt:lpstr>Problems with prototyping</vt:lpstr>
      <vt:lpstr>Evolutionary Process Models:  The Spiral Model</vt:lpstr>
      <vt:lpstr>Concurrent Model</vt:lpstr>
      <vt:lpstr>The RAD Model</vt:lpstr>
      <vt:lpstr>The RAD Model</vt:lpstr>
      <vt:lpstr>Drawbacks of RAD model</vt:lpstr>
      <vt:lpstr>WINWIN Spiral Model</vt:lpstr>
      <vt:lpstr>Component Based Development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CSE 3105 Software Engineering</dc:title>
  <dc:creator>Suhrid Shakhar Ghosh</dc:creator>
  <cp:lastModifiedBy>Suhrid Shakhar Ghosh</cp:lastModifiedBy>
  <cp:revision>2</cp:revision>
  <dcterms:created xsi:type="dcterms:W3CDTF">2023-03-06T06:09:12Z</dcterms:created>
  <dcterms:modified xsi:type="dcterms:W3CDTF">2023-03-13T10:06:17Z</dcterms:modified>
</cp:coreProperties>
</file>