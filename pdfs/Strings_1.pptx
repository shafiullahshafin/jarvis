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12"/>
  </p:notesMasterIdLst>
  <p:handoutMasterIdLst>
    <p:handoutMasterId r:id="rId13"/>
  </p:handoutMasterIdLst>
  <p:sldIdLst>
    <p:sldId id="341" r:id="rId2"/>
    <p:sldId id="342" r:id="rId3"/>
    <p:sldId id="343" r:id="rId4"/>
    <p:sldId id="344" r:id="rId5"/>
    <p:sldId id="353" r:id="rId6"/>
    <p:sldId id="354" r:id="rId7"/>
    <p:sldId id="345" r:id="rId8"/>
    <p:sldId id="346" r:id="rId9"/>
    <p:sldId id="348" r:id="rId10"/>
    <p:sldId id="351" r:id="rId11"/>
  </p:sldIdLst>
  <p:sldSz cx="9144000" cy="6858000" type="screen4x3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50" autoAdjust="0"/>
    <p:restoredTop sz="94706" autoAdjust="0"/>
  </p:normalViewPr>
  <p:slideViewPr>
    <p:cSldViewPr>
      <p:cViewPr>
        <p:scale>
          <a:sx n="80" d="100"/>
          <a:sy n="80" d="100"/>
        </p:scale>
        <p:origin x="-512" y="-3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99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interSettings" Target="printerSettings/printerSettings1.bin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5138" cy="460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475" y="0"/>
            <a:ext cx="3005138" cy="460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534BCA00-E3E8-4F94-9334-AEBE7CBC1589}" type="datetimeFigureOut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8238"/>
            <a:ext cx="3005138" cy="460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475" y="8758238"/>
            <a:ext cx="3005138" cy="460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82BC682F-E0D5-46FC-8AEA-608C229D9B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1245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5138" cy="460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27475" y="0"/>
            <a:ext cx="3005138" cy="460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5B636F7-D94D-4E2C-B1D6-984BF96B06D9}" type="datetimeFigureOut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692150"/>
            <a:ext cx="4606925" cy="3455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58238"/>
            <a:ext cx="3005138" cy="460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27475" y="8758238"/>
            <a:ext cx="3005138" cy="460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048F5091-F848-4B2D-BB73-1ECF8388C4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713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5090B50-582A-4FB3-B06C-624D9E41CA89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157288" y="1344613"/>
            <a:ext cx="63500" cy="650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8BCC24F-2ABC-48D8-8C1C-385D516D708C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7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31FD60A-8920-46A4-838F-7D31CB0415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BD219B-2C21-465A-8706-AD3F1A866AF7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9B5D04-758C-4F8F-A460-264BFE5067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EC803F7-EF3A-4A00-B66E-84A6A03F570B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A94AB9A4-4845-4ED0-83D3-8BBB31BB72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A946BE-CDA7-4865-B7F7-AFEA29D60C63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8DFEB-8E7C-4DB6-8546-754C86E232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/>
          <a:lstStyle>
            <a:lvl1pPr algn="ctr">
              <a:defRPr sz="4500" b="1" cap="none" baseline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BD1F130-BF0D-4B34-A3EA-B5D8224EA002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C2B81ED-E9EA-4AD5-980B-DE18A8B1A4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165B40-F928-4F58-8450-2E6CCFA2021F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0FC075-6C74-4C5E-82E4-0E2F67383F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4413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2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6843A9E-A4C5-4954-9643-6225432CCB35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ACFA0F7-CA65-434C-B912-519D22B1EC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B1D1D88-3F1A-4560-B0AC-00ECBD092208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370BB17-00E8-4DDB-A44C-FF27E50B01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tIns="274320">
            <a:normAutofit/>
          </a:bodyPr>
          <a:lstStyle>
            <a:extLst/>
          </a:lstStyle>
          <a:p>
            <a:pPr indent="-283464" fontAlgn="auto">
              <a:lnSpc>
                <a:spcPts val="3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lang="en-US" sz="3200">
              <a:latin typeface="+mn-lt"/>
              <a:cs typeface="+mn-cs"/>
            </a:endParaRPr>
          </a:p>
        </p:txBody>
      </p:sp>
      <p:sp>
        <p:nvSpPr>
          <p:cNvPr id="6" name="Flowchart: Process 5"/>
          <p:cNvSpPr/>
          <p:nvPr/>
        </p:nvSpPr>
        <p:spPr>
          <a:xfrm rot="19468671">
            <a:off x="396875" y="954088"/>
            <a:ext cx="685800" cy="204787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Flowchart: Process 6"/>
          <p:cNvSpPr/>
          <p:nvPr/>
        </p:nvSpPr>
        <p:spPr>
          <a:xfrm rot="2103354" flipH="1">
            <a:off x="5003800" y="936625"/>
            <a:ext cx="649288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274320">
            <a:normAutofit/>
          </a:bodyPr>
          <a:lstStyle>
            <a:lvl1pPr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374DC3B-34FE-430F-A20C-F6833E900223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F5C6624-19E0-4A0A-AD59-ED2738E42E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B96C07-4B80-4C19-82B9-0D3AC0841A8E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1B0639-FBB2-4E10-A8FC-5DBBE34E17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91DC6-E4D3-4924-BEF5-4790D0D39524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1DA70-10C1-467E-A096-7059EB8C5A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12825" y="0"/>
            <a:ext cx="813117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9465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1435100" y="1447800"/>
            <a:ext cx="749935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bg2">
                    <a:shade val="50000"/>
                    <a:satMod val="200000"/>
                  </a:schemeClr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600AB37F-C610-456E-841E-B9105544AB96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DB9A10AF-A19B-4582-A69E-B089137049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07" r:id="rId2"/>
    <p:sldLayoutId id="2147483713" r:id="rId3"/>
    <p:sldLayoutId id="2147483708" r:id="rId4"/>
    <p:sldLayoutId id="2147483714" r:id="rId5"/>
    <p:sldLayoutId id="2147483709" r:id="rId6"/>
    <p:sldLayoutId id="2147483715" r:id="rId7"/>
    <p:sldLayoutId id="2147483716" r:id="rId8"/>
    <p:sldLayoutId id="2147483717" r:id="rId9"/>
    <p:sldLayoutId id="2147483710" r:id="rId10"/>
    <p:sldLayoutId id="2147483711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300" kern="1200">
          <a:solidFill>
            <a:srgbClr val="11488B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300">
          <a:solidFill>
            <a:srgbClr val="11488B"/>
          </a:solidFill>
          <a:latin typeface="Gill Sans MT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300">
          <a:solidFill>
            <a:srgbClr val="11488B"/>
          </a:solidFill>
          <a:latin typeface="Gill Sans MT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300">
          <a:solidFill>
            <a:srgbClr val="11488B"/>
          </a:solidFill>
          <a:latin typeface="Gill Sans MT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300">
          <a:solidFill>
            <a:srgbClr val="11488B"/>
          </a:solidFill>
          <a:latin typeface="Gill Sans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300">
          <a:solidFill>
            <a:srgbClr val="11488B"/>
          </a:solidFill>
          <a:latin typeface="Gill Sans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300">
          <a:solidFill>
            <a:srgbClr val="11488B"/>
          </a:solidFill>
          <a:latin typeface="Gill Sans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300">
          <a:solidFill>
            <a:srgbClr val="11488B"/>
          </a:solidFill>
          <a:latin typeface="Gill Sans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300">
          <a:solidFill>
            <a:srgbClr val="11488B"/>
          </a:solidFill>
          <a:latin typeface="Gill Sans MT" pitchFamily="34" charset="0"/>
        </a:defRPr>
      </a:lvl9pPr>
      <a:extLst/>
    </p:titleStyle>
    <p:bodyStyle>
      <a:lvl1pPr marL="365125" indent="-282575" algn="l" rtl="0" fontAlgn="base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36538" algn="l" rtl="0" fontAlgn="base">
        <a:spcBef>
          <a:spcPts val="550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173038" algn="l" rtl="0" fontAlgn="base">
        <a:spcBef>
          <a:spcPct val="20000"/>
        </a:spcBef>
        <a:spcAft>
          <a:spcPct val="0"/>
        </a:spcAft>
        <a:buClr>
          <a:srgbClr val="9BBB59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6988" indent="-182563" algn="l" rtl="0" fontAlgn="base">
        <a:spcBef>
          <a:spcPct val="20000"/>
        </a:spcBef>
        <a:spcAft>
          <a:spcPct val="0"/>
        </a:spcAft>
        <a:buClr>
          <a:srgbClr val="8064A2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352800"/>
            <a:ext cx="7407275" cy="1752600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3200" b="1" dirty="0" smtClean="0"/>
              <a:t>Strings</a:t>
            </a: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DD1460-8AF6-4E9C-B2B9-29492A8ABC00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string?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Strings are actually one-dimensional array of characters terminated </a:t>
            </a:r>
            <a:r>
              <a:rPr lang="en-US" sz="2400" dirty="0" smtClean="0"/>
              <a:t>by a </a:t>
            </a:r>
            <a:r>
              <a:rPr lang="en-US" sz="2400" dirty="0"/>
              <a:t>null character '\0'. 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following declaration and initialization create a string consisting of the </a:t>
            </a:r>
            <a:r>
              <a:rPr lang="en-US" sz="2400" dirty="0" smtClean="0"/>
              <a:t>word "</a:t>
            </a:r>
            <a:r>
              <a:rPr lang="en-US" sz="2400" dirty="0"/>
              <a:t>Hello". 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size of </a:t>
            </a:r>
            <a:r>
              <a:rPr lang="en-US" sz="2400" dirty="0" smtClean="0"/>
              <a:t>the character </a:t>
            </a:r>
            <a:r>
              <a:rPr lang="en-US" sz="2400" dirty="0"/>
              <a:t>array containing the string is one more than the number of </a:t>
            </a:r>
            <a:r>
              <a:rPr lang="en-US" sz="2400" dirty="0" smtClean="0"/>
              <a:t>characters.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9B5D04-758C-4F8F-A460-264BFE50674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393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9B5D04-758C-4F8F-A460-264BFE50674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752600"/>
            <a:ext cx="78486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2713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9B5D04-758C-4F8F-A460-264BFE50674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" y="228600"/>
            <a:ext cx="914400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0554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9B5D04-758C-4F8F-A460-264BFE506749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99" y="381000"/>
            <a:ext cx="7664307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4797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9B5D04-758C-4F8F-A460-264BFE506749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5181600"/>
            <a:ext cx="7467600" cy="7502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28600"/>
            <a:ext cx="7543800" cy="499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8684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9B5D04-758C-4F8F-A460-264BFE506749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2400"/>
            <a:ext cx="8763000" cy="641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4825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9B5D04-758C-4F8F-A460-264BFE506749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0"/>
            <a:ext cx="7772400" cy="40796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4038600"/>
            <a:ext cx="78486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3424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9B5D04-758C-4F8F-A460-264BFE50674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52400"/>
            <a:ext cx="7485884" cy="5791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5715000"/>
            <a:ext cx="76200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2413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9B5D04-758C-4F8F-A460-264BFE506749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304800"/>
            <a:ext cx="6807200" cy="623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0214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6083</TotalTime>
  <Words>69</Words>
  <Application>Microsoft Macintosh PowerPoint</Application>
  <PresentationFormat>On-screen Show (4:3)</PresentationFormat>
  <Paragraphs>18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Solstice</vt:lpstr>
      <vt:lpstr>PowerPoint Presentation</vt:lpstr>
      <vt:lpstr>What is string?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TMC1413 Introduction to Programming</dc:title>
  <dc:creator>Lee Jun Choi</dc:creator>
  <cp:lastModifiedBy>MAMUN MAMUN</cp:lastModifiedBy>
  <cp:revision>100</cp:revision>
  <dcterms:created xsi:type="dcterms:W3CDTF">2009-09-25T10:14:55Z</dcterms:created>
  <dcterms:modified xsi:type="dcterms:W3CDTF">2017-04-21T15:11:42Z</dcterms:modified>
</cp:coreProperties>
</file>