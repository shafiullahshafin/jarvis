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82" r:id="rId5"/>
    <p:sldId id="287" r:id="rId6"/>
    <p:sldId id="258" r:id="rId7"/>
    <p:sldId id="259" r:id="rId8"/>
    <p:sldId id="263" r:id="rId9"/>
    <p:sldId id="264" r:id="rId10"/>
    <p:sldId id="283" r:id="rId11"/>
    <p:sldId id="284" r:id="rId12"/>
    <p:sldId id="261" r:id="rId13"/>
    <p:sldId id="286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F2CF2C6-71E3-4DA9-BCB6-716D044AE7C0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2AC7789-D3F8-4159-9E48-81A3C46DB3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603684"/>
            <a:ext cx="6553200" cy="1894362"/>
          </a:xfrm>
        </p:spPr>
        <p:txBody>
          <a:bodyPr/>
          <a:lstStyle/>
          <a:p>
            <a:r>
              <a:rPr lang="en-US" dirty="0" smtClean="0"/>
              <a:t>C – Array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24200" y="5029200"/>
            <a:ext cx="53639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Abu Sayeed</a:t>
            </a:r>
          </a:p>
          <a:p>
            <a:r>
              <a:rPr lang="en-US" dirty="0" smtClean="0"/>
              <a:t>Assistant Professor</a:t>
            </a:r>
          </a:p>
          <a:p>
            <a:r>
              <a:rPr lang="en-US" dirty="0" smtClean="0"/>
              <a:t>Department of Computer Science &amp; Engineering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785" y="228599"/>
            <a:ext cx="7467600" cy="7095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 </a:t>
            </a:r>
            <a:r>
              <a:rPr lang="en-US" dirty="0" smtClean="0"/>
              <a:t>–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31713"/>
            <a:ext cx="8458200" cy="497153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 programming language provides a data structure called </a:t>
            </a:r>
            <a:r>
              <a:rPr lang="en-US" b="1" dirty="0"/>
              <a:t>the array</a:t>
            </a:r>
            <a:r>
              <a:rPr lang="en-US" dirty="0"/>
              <a:t>, which can store a fixed-size sequential collection of elements of the </a:t>
            </a:r>
            <a:r>
              <a:rPr lang="en-US" u="sng" dirty="0"/>
              <a:t>same type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An </a:t>
            </a:r>
            <a:r>
              <a:rPr lang="en-US" dirty="0"/>
              <a:t>array is used to store a collection of data, but it is often more useful to think of an array as a collection of variables of the same type.</a:t>
            </a:r>
          </a:p>
          <a:p>
            <a:pPr algn="just"/>
            <a:r>
              <a:rPr lang="en-US" dirty="0"/>
              <a:t>Instead of declaring individual variables, such as number0, number1, ..., and number99, you declare one array variable such as numbers and use numbers[0], numbers[1], and ..., numbers[99] to represent individual variables.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specific element in an array is accessed by an </a:t>
            </a:r>
            <a:r>
              <a:rPr lang="en-US" b="1" dirty="0"/>
              <a:t>index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8088"/>
            <a:ext cx="8229600" cy="792162"/>
          </a:xfrm>
        </p:spPr>
        <p:txBody>
          <a:bodyPr/>
          <a:lstStyle/>
          <a:p>
            <a:pPr algn="ctr"/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73179"/>
            <a:ext cx="8229600" cy="136300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All arrays consist of contiguous memory locations.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lowest address corresponds to the first element and the highest address to the last element</a:t>
            </a:r>
            <a:r>
              <a:rPr lang="en-US" dirty="0" smtClean="0"/>
              <a:t>.</a:t>
            </a:r>
            <a:endParaRPr lang="en-US" sz="2000" b="1" dirty="0" smtClean="0"/>
          </a:p>
          <a:p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48992" y="3892060"/>
            <a:ext cx="8314008" cy="2613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44" y="3575752"/>
            <a:ext cx="842577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123"/>
            <a:ext cx="8229600" cy="792162"/>
          </a:xfrm>
        </p:spPr>
        <p:txBody>
          <a:bodyPr/>
          <a:lstStyle/>
          <a:p>
            <a:pPr algn="ctr"/>
            <a:r>
              <a:rPr lang="en-US" dirty="0"/>
              <a:t>Declaring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5064" y="1050284"/>
            <a:ext cx="8537935" cy="121060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declare an array in C, a programmer specifies the type of the elements and the number of elements required by an array as </a:t>
            </a:r>
            <a:r>
              <a:rPr lang="en-US" dirty="0" smtClean="0"/>
              <a:t>follows :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550" y="2456445"/>
            <a:ext cx="4889500" cy="533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44450" y="3107010"/>
            <a:ext cx="8537935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This is called a </a:t>
            </a:r>
            <a:r>
              <a:rPr lang="en-US" i="1" dirty="0"/>
              <a:t>single-dimensional</a:t>
            </a:r>
            <a:r>
              <a:rPr lang="en-US" dirty="0"/>
              <a:t> array. The </a:t>
            </a:r>
            <a:r>
              <a:rPr lang="en-US" b="1" dirty="0" err="1"/>
              <a:t>arraySize</a:t>
            </a:r>
            <a:r>
              <a:rPr lang="en-US" dirty="0"/>
              <a:t> must be an integer constant greater than zero and type can be any valid C data type.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to declare a 10-element array called balance of type double, use this statement: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4" y="5207570"/>
            <a:ext cx="5045075" cy="533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10874" y="5811259"/>
            <a:ext cx="8537935" cy="818141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Now balance is </a:t>
            </a:r>
            <a:r>
              <a:rPr lang="en-US" dirty="0" smtClean="0"/>
              <a:t>a variable </a:t>
            </a:r>
            <a:r>
              <a:rPr lang="en-US" dirty="0"/>
              <a:t>array which is sufficient to hold </a:t>
            </a:r>
            <a:r>
              <a:rPr lang="en-US" dirty="0" smtClean="0"/>
              <a:t>up to </a:t>
            </a:r>
            <a:r>
              <a:rPr lang="en-US" dirty="0"/>
              <a:t>10 double numbers.</a:t>
            </a:r>
          </a:p>
        </p:txBody>
      </p:sp>
    </p:spTree>
    <p:extLst>
      <p:ext uri="{BB962C8B-B14F-4D97-AF65-F5344CB8AC3E}">
        <p14:creationId xmlns:p14="http://schemas.microsoft.com/office/powerpoint/2010/main" xmlns="" val="109092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10" y="2438400"/>
            <a:ext cx="857333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8975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5398"/>
            <a:ext cx="8229600" cy="596602"/>
          </a:xfrm>
        </p:spPr>
        <p:txBody>
          <a:bodyPr/>
          <a:lstStyle/>
          <a:p>
            <a:pPr algn="ctr"/>
            <a:r>
              <a:rPr lang="en-US" dirty="0"/>
              <a:t>Initializing Arrays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225064" y="722565"/>
            <a:ext cx="8537935" cy="85471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You can </a:t>
            </a:r>
            <a:r>
              <a:rPr lang="en-US" dirty="0" smtClean="0"/>
              <a:t>initialize  </a:t>
            </a:r>
            <a:r>
              <a:rPr lang="en-US" dirty="0"/>
              <a:t>array in C either one by one or using a single statement as follows: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39" y="1614710"/>
            <a:ext cx="8063345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27259" y="2213155"/>
            <a:ext cx="8537935" cy="220291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The number of values between braces { } can not be larger than the number of elements that we declare for the array between square brackets [ ].</a:t>
            </a:r>
          </a:p>
          <a:p>
            <a:pPr algn="just"/>
            <a:r>
              <a:rPr lang="en-US" dirty="0"/>
              <a:t>If you omit the size of the array, an array just big enough to hold the initialization is created. Therefore, if you write: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94" y="4439840"/>
            <a:ext cx="7775331" cy="5153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227259" y="5108015"/>
            <a:ext cx="8537935" cy="8858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You will create exactly the same array as you did in the previous example. </a:t>
            </a: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Initializing </a:t>
            </a:r>
            <a:r>
              <a:rPr lang="en-US" dirty="0" smtClean="0"/>
              <a:t>Arrays cont.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1066801"/>
            <a:ext cx="8537935" cy="7620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smtClean="0"/>
              <a:t>Following </a:t>
            </a:r>
            <a:r>
              <a:rPr lang="en-US" dirty="0"/>
              <a:t>is an example to assign a single element of the array: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686520"/>
            <a:ext cx="2962656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228600" y="2209800"/>
            <a:ext cx="8537935" cy="26670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The above statement assigns element number 5th in the array with a value of 50.0. </a:t>
            </a:r>
            <a:endParaRPr lang="en-US" dirty="0" smtClean="0"/>
          </a:p>
          <a:p>
            <a:pPr algn="just"/>
            <a:r>
              <a:rPr lang="en-US" dirty="0" smtClean="0"/>
              <a:t>All </a:t>
            </a:r>
            <a:r>
              <a:rPr lang="en-US" dirty="0"/>
              <a:t>arrays have 0 as the index of their first element which is also called base index and last index of an array will be total size of the array minus 1. </a:t>
            </a:r>
            <a:endParaRPr lang="en-US" dirty="0" smtClean="0"/>
          </a:p>
          <a:p>
            <a:pPr algn="just"/>
            <a:r>
              <a:rPr lang="en-US" dirty="0" smtClean="0"/>
              <a:t>Following </a:t>
            </a:r>
            <a:r>
              <a:rPr lang="en-US" dirty="0"/>
              <a:t>is the pictorial representation of the same array we discussed above: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800600"/>
            <a:ext cx="59055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639762"/>
          </a:xfrm>
        </p:spPr>
        <p:txBody>
          <a:bodyPr/>
          <a:lstStyle/>
          <a:p>
            <a:pPr algn="ctr"/>
            <a:r>
              <a:rPr lang="en-US" dirty="0"/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96305"/>
            <a:ext cx="8229600" cy="141829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An element is accessed by indexing the array name. This is done by placing the index of the element within square brackets after the name of the array.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2315" y="3204791"/>
            <a:ext cx="8229600" cy="9862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/>
              <a:t>The above statement will take 10th element from the array and assign the value to salary variable.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659075"/>
            <a:ext cx="4267200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820" y="165398"/>
            <a:ext cx="7467600" cy="715962"/>
          </a:xfrm>
        </p:spPr>
        <p:txBody>
          <a:bodyPr/>
          <a:lstStyle/>
          <a:p>
            <a:pPr algn="ctr"/>
            <a:r>
              <a:rPr lang="en-US" dirty="0" smtClean="0"/>
              <a:t>Code Example: Array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38400"/>
            <a:ext cx="6329475" cy="36521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935981"/>
            <a:ext cx="8458200" cy="12738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lvl="0" indent="-274320"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Following </a:t>
            </a:r>
            <a:r>
              <a:rPr lang="en-US" sz="2400" dirty="0"/>
              <a:t>is an example which will use all the above mentioned three </a:t>
            </a:r>
            <a:r>
              <a:rPr lang="en-US" sz="2400" dirty="0" smtClean="0"/>
              <a:t>concepts </a:t>
            </a:r>
            <a:r>
              <a:rPr lang="en-US" sz="2400" dirty="0"/>
              <a:t>declaration, assignment and accessing arrays: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510" y="3233440"/>
            <a:ext cx="1763889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440" y="83468"/>
            <a:ext cx="7967960" cy="639762"/>
          </a:xfrm>
        </p:spPr>
        <p:txBody>
          <a:bodyPr/>
          <a:lstStyle/>
          <a:p>
            <a:pPr algn="ctr"/>
            <a:r>
              <a:rPr lang="en-US" dirty="0"/>
              <a:t>Two-Dimensional </a:t>
            </a:r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75270" y="2383295"/>
            <a:ext cx="8305800" cy="1350505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smtClean="0"/>
              <a:t>A </a:t>
            </a:r>
            <a:r>
              <a:rPr lang="en-US" dirty="0"/>
              <a:t>two-dimensional array can be think as a table which will have x number of rows and y number of columns.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2-dimensional array </a:t>
            </a:r>
            <a:r>
              <a:rPr lang="en-US" b="1" dirty="0"/>
              <a:t>a</a:t>
            </a:r>
            <a:r>
              <a:rPr lang="en-US" dirty="0"/>
              <a:t>, which contains three rows and four columns can be shown as below: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304800" y="787971"/>
            <a:ext cx="8305800" cy="111703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 two-dimensional array is, in essence, a list of one-dimensional arrays. To declare a two-dimensional integer array of size </a:t>
            </a:r>
            <a:r>
              <a:rPr lang="en-US" dirty="0" err="1"/>
              <a:t>x,y</a:t>
            </a:r>
            <a:r>
              <a:rPr lang="en-US" dirty="0"/>
              <a:t> you would write </a:t>
            </a:r>
            <a:r>
              <a:rPr lang="en-US" dirty="0" smtClean="0"/>
              <a:t>as </a:t>
            </a:r>
            <a:r>
              <a:rPr lang="en-US" dirty="0"/>
              <a:t>follows: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890860"/>
            <a:ext cx="3962400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99" y="3694545"/>
            <a:ext cx="5991459" cy="1753940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424160" y="5517195"/>
            <a:ext cx="8491240" cy="12192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Thus, every element in array a is identified by an element name of the form </a:t>
            </a:r>
            <a:r>
              <a:rPr lang="en-US" b="1" dirty="0" smtClean="0"/>
              <a:t>a[ </a:t>
            </a:r>
            <a:r>
              <a:rPr lang="en-US" b="1" dirty="0" err="1" smtClean="0"/>
              <a:t>i</a:t>
            </a:r>
            <a:r>
              <a:rPr lang="en-US" b="1" dirty="0" smtClean="0"/>
              <a:t> ][ j ]</a:t>
            </a:r>
            <a:r>
              <a:rPr lang="en-US" dirty="0" smtClean="0"/>
              <a:t>, where a is the name of the array, and </a:t>
            </a:r>
            <a:r>
              <a:rPr lang="en-US" dirty="0" err="1" smtClean="0"/>
              <a:t>i</a:t>
            </a:r>
            <a:r>
              <a:rPr lang="en-US" dirty="0" smtClean="0"/>
              <a:t> and j are the subscripts that uniquely identify each element in 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873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990" y="186295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Initializing Two-Dimensional Arrays: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98525"/>
            <a:ext cx="8610600" cy="152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Multidimensional arrays may be initialized by specifying bracketed values for each row. </a:t>
            </a:r>
            <a:endParaRPr lang="en-US" dirty="0" smtClean="0"/>
          </a:p>
          <a:p>
            <a:r>
              <a:rPr lang="en-US" dirty="0" smtClean="0"/>
              <a:t>Following </a:t>
            </a:r>
            <a:r>
              <a:rPr lang="en-US" dirty="0"/>
              <a:t>is an array with 3 rows and each row has 4 columns.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886200"/>
            <a:ext cx="8075005" cy="994876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The nested braces, which indicate the intended row, are optional. The following initialization is equivalent to previous 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44105"/>
            <a:ext cx="6193924" cy="1092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45" y="4876800"/>
            <a:ext cx="5556738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3182487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018"/>
            <a:ext cx="83820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Accessing Two-Dimensional Array </a:t>
            </a:r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229600" cy="1295400"/>
          </a:xfrm>
        </p:spPr>
        <p:txBody>
          <a:bodyPr>
            <a:normAutofit/>
          </a:bodyPr>
          <a:lstStyle/>
          <a:p>
            <a:r>
              <a:rPr lang="en-US" dirty="0"/>
              <a:t>An element in 2-dimensional array is accessed by using the subscripts, i.e., row index and column index of the array. For example: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362200"/>
            <a:ext cx="2802835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3035685"/>
            <a:ext cx="8229600" cy="13464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above statement will take 4th element from the 3rd row of the array. You can verify it in the above diagram.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Accessing Two-Dimensional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382000" cy="1295400"/>
          </a:xfrm>
        </p:spPr>
        <p:txBody>
          <a:bodyPr>
            <a:normAutofit/>
          </a:bodyPr>
          <a:lstStyle/>
          <a:p>
            <a:r>
              <a:rPr lang="en-US" dirty="0"/>
              <a:t>Let us check below program where we have used nested loop to handle a two dimensional array: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6019800" cy="37353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075" y="2768315"/>
            <a:ext cx="1676400" cy="27733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1421791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565" y="23775"/>
            <a:ext cx="7467600" cy="715962"/>
          </a:xfrm>
        </p:spPr>
        <p:txBody>
          <a:bodyPr/>
          <a:lstStyle/>
          <a:p>
            <a:pPr algn="ctr"/>
            <a:r>
              <a:rPr lang="en-US" dirty="0"/>
              <a:t>Multi-dimensional Arrays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38719" y="798090"/>
            <a:ext cx="8477585" cy="242828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 programming language allows multidimensional arrays. Here is the general form of a multidimensional array declaration: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1145" y="2737470"/>
            <a:ext cx="8481121" cy="8662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For example, the following declaration creates a three dimensional 5 . 10 . 4 integer array: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50" y="2092635"/>
            <a:ext cx="5049078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95" y="3821460"/>
            <a:ext cx="5086350" cy="457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26380" y="4495800"/>
            <a:ext cx="8481121" cy="11430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As explained above, you can have arrays with any number of dimensions, although it is likely that most of the arrays you create will be of one or two dimensions.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607</TotalTime>
  <Words>807</Words>
  <Application>Microsoft Office PowerPoint</Application>
  <PresentationFormat>On-screen Show (4:3)</PresentationFormat>
  <Paragraphs>51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Oriel</vt:lpstr>
      <vt:lpstr>C – Array</vt:lpstr>
      <vt:lpstr>C – Array</vt:lpstr>
      <vt:lpstr>Array</vt:lpstr>
      <vt:lpstr>Declaring Arrays</vt:lpstr>
      <vt:lpstr>Slide 5</vt:lpstr>
      <vt:lpstr>Initializing Arrays</vt:lpstr>
      <vt:lpstr>Initializing Arrays cont.</vt:lpstr>
      <vt:lpstr>Accessing Array Elements</vt:lpstr>
      <vt:lpstr>Code Example: Array</vt:lpstr>
      <vt:lpstr>Two-Dimensional Arrays</vt:lpstr>
      <vt:lpstr>Initializing Two-Dimensional Arrays:</vt:lpstr>
      <vt:lpstr>Accessing Two-Dimensional Array Elements</vt:lpstr>
      <vt:lpstr>Accessing Two-Dimensional Array Elements</vt:lpstr>
      <vt:lpstr>Multi-dimensional Arrays in 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SRH Noori</dc:creator>
  <cp:lastModifiedBy>Abu Sayeed</cp:lastModifiedBy>
  <cp:revision>584</cp:revision>
  <dcterms:created xsi:type="dcterms:W3CDTF">2014-02-11T09:44:22Z</dcterms:created>
  <dcterms:modified xsi:type="dcterms:W3CDTF">2019-02-25T02:54:35Z</dcterms:modified>
</cp:coreProperties>
</file>